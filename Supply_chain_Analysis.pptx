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75" r:id="rId5"/>
    <p:sldId id="259" r:id="rId6"/>
    <p:sldId id="286" r:id="rId7"/>
    <p:sldId id="270" r:id="rId8"/>
    <p:sldId id="260" r:id="rId9"/>
    <p:sldId id="287" r:id="rId10"/>
    <p:sldId id="288" r:id="rId11"/>
    <p:sldId id="276" r:id="rId12"/>
    <p:sldId id="277" r:id="rId13"/>
    <p:sldId id="278" r:id="rId14"/>
    <p:sldId id="280" r:id="rId15"/>
    <p:sldId id="281" r:id="rId16"/>
    <p:sldId id="282" r:id="rId17"/>
    <p:sldId id="283" r:id="rId18"/>
    <p:sldId id="284" r:id="rId19"/>
    <p:sldId id="285" r:id="rId20"/>
    <p:sldId id="266" r:id="rId21"/>
    <p:sldId id="274" r:id="rId22"/>
    <p:sldId id="267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1D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PRABHAKAR" userId="a11cc0ecdd8a15be" providerId="LiveId" clId="{453EE6C8-E2DD-4EE4-A6A7-169A6EC9A313}"/>
    <pc:docChg chg="undo custSel addSld delSld modSld sldOrd">
      <pc:chgData name="MANOJ PRABHAKAR" userId="a11cc0ecdd8a15be" providerId="LiveId" clId="{453EE6C8-E2DD-4EE4-A6A7-169A6EC9A313}" dt="2026-04-28T06:33:55.267" v="3973" actId="113"/>
      <pc:docMkLst>
        <pc:docMk/>
      </pc:docMkLst>
      <pc:sldChg chg="modSp mod">
        <pc:chgData name="MANOJ PRABHAKAR" userId="a11cc0ecdd8a15be" providerId="LiveId" clId="{453EE6C8-E2DD-4EE4-A6A7-169A6EC9A313}" dt="2026-04-27T04:01:22.819" v="2241" actId="255"/>
        <pc:sldMkLst>
          <pc:docMk/>
          <pc:sldMk cId="952181956" sldId="256"/>
        </pc:sldMkLst>
        <pc:spChg chg="mod">
          <ac:chgData name="MANOJ PRABHAKAR" userId="a11cc0ecdd8a15be" providerId="LiveId" clId="{453EE6C8-E2DD-4EE4-A6A7-169A6EC9A313}" dt="2026-04-27T04:01:22.819" v="2241" actId="255"/>
          <ac:spMkLst>
            <pc:docMk/>
            <pc:sldMk cId="952181956" sldId="256"/>
            <ac:spMk id="2" creationId="{6C348127-0764-EC79-7742-38D9D45A685F}"/>
          </ac:spMkLst>
        </pc:spChg>
        <pc:spChg chg="mod">
          <ac:chgData name="MANOJ PRABHAKAR" userId="a11cc0ecdd8a15be" providerId="LiveId" clId="{453EE6C8-E2DD-4EE4-A6A7-169A6EC9A313}" dt="2026-04-27T04:01:06.098" v="2240"/>
          <ac:spMkLst>
            <pc:docMk/>
            <pc:sldMk cId="952181956" sldId="256"/>
            <ac:spMk id="3" creationId="{2352B4A4-928E-F736-0524-285E75BBE695}"/>
          </ac:spMkLst>
        </pc:spChg>
      </pc:sldChg>
      <pc:sldChg chg="addSp delSp modSp mod setBg">
        <pc:chgData name="MANOJ PRABHAKAR" userId="a11cc0ecdd8a15be" providerId="LiveId" clId="{453EE6C8-E2DD-4EE4-A6A7-169A6EC9A313}" dt="2026-04-27T04:16:03.133" v="2307" actId="14100"/>
        <pc:sldMkLst>
          <pc:docMk/>
          <pc:sldMk cId="1268136519" sldId="257"/>
        </pc:sldMkLst>
        <pc:spChg chg="add mod">
          <ac:chgData name="MANOJ PRABHAKAR" userId="a11cc0ecdd8a15be" providerId="LiveId" clId="{453EE6C8-E2DD-4EE4-A6A7-169A6EC9A313}" dt="2026-04-27T04:14:32.732" v="2302" actId="207"/>
          <ac:spMkLst>
            <pc:docMk/>
            <pc:sldMk cId="1268136519" sldId="257"/>
            <ac:spMk id="2" creationId="{53529545-000D-2B2A-6949-CEB5F3C50022}"/>
          </ac:spMkLst>
        </pc:spChg>
        <pc:spChg chg="add mod">
          <ac:chgData name="MANOJ PRABHAKAR" userId="a11cc0ecdd8a15be" providerId="LiveId" clId="{453EE6C8-E2DD-4EE4-A6A7-169A6EC9A313}" dt="2026-04-27T04:11:11.638" v="2295" actId="20577"/>
          <ac:spMkLst>
            <pc:docMk/>
            <pc:sldMk cId="1268136519" sldId="257"/>
            <ac:spMk id="3" creationId="{A2293B98-79B2-0D49-26AB-EB410B4F4E3C}"/>
          </ac:spMkLst>
        </pc:spChg>
        <pc:spChg chg="add">
          <ac:chgData name="MANOJ PRABHAKAR" userId="a11cc0ecdd8a15be" providerId="LiveId" clId="{453EE6C8-E2DD-4EE4-A6A7-169A6EC9A313}" dt="2026-04-27T04:07:40.079" v="2253"/>
          <ac:spMkLst>
            <pc:docMk/>
            <pc:sldMk cId="1268136519" sldId="257"/>
            <ac:spMk id="4" creationId="{3208D558-661D-E9E7-C6CD-5CE5274EB7B5}"/>
          </ac:spMkLst>
        </pc:spChg>
        <pc:spChg chg="mod">
          <ac:chgData name="MANOJ PRABHAKAR" userId="a11cc0ecdd8a15be" providerId="LiveId" clId="{453EE6C8-E2DD-4EE4-A6A7-169A6EC9A313}" dt="2026-04-27T04:16:03.133" v="2307" actId="14100"/>
          <ac:spMkLst>
            <pc:docMk/>
            <pc:sldMk cId="1268136519" sldId="257"/>
            <ac:spMk id="5" creationId="{0424D5F1-E168-12C7-D294-7A5D1A6F3E71}"/>
          </ac:spMkLst>
        </pc:spChg>
        <pc:spChg chg="mod">
          <ac:chgData name="MANOJ PRABHAKAR" userId="a11cc0ecdd8a15be" providerId="LiveId" clId="{453EE6C8-E2DD-4EE4-A6A7-169A6EC9A313}" dt="2026-04-27T04:10:52.064" v="2278"/>
          <ac:spMkLst>
            <pc:docMk/>
            <pc:sldMk cId="1268136519" sldId="257"/>
            <ac:spMk id="6" creationId="{28EA8121-33D9-4C78-DC38-E79B8655560A}"/>
          </ac:spMkLst>
        </pc:spChg>
        <pc:spChg chg="add">
          <ac:chgData name="MANOJ PRABHAKAR" userId="a11cc0ecdd8a15be" providerId="LiveId" clId="{453EE6C8-E2DD-4EE4-A6A7-169A6EC9A313}" dt="2026-04-27T04:07:48.277" v="2254"/>
          <ac:spMkLst>
            <pc:docMk/>
            <pc:sldMk cId="1268136519" sldId="257"/>
            <ac:spMk id="7" creationId="{47E9C8E8-EE02-5020-97B0-84A2F41FCBF7}"/>
          </ac:spMkLst>
        </pc:spChg>
        <pc:spChg chg="add mod">
          <ac:chgData name="MANOJ PRABHAKAR" userId="a11cc0ecdd8a15be" providerId="LiveId" clId="{453EE6C8-E2DD-4EE4-A6A7-169A6EC9A313}" dt="2026-04-27T04:15:15.813" v="2305" actId="20577"/>
          <ac:spMkLst>
            <pc:docMk/>
            <pc:sldMk cId="1268136519" sldId="257"/>
            <ac:spMk id="8" creationId="{8BDC5F6D-79EF-8617-1FE9-491D7DDBCA8C}"/>
          </ac:spMkLst>
        </pc:spChg>
      </pc:sldChg>
      <pc:sldChg chg="addSp delSp modSp mod">
        <pc:chgData name="MANOJ PRABHAKAR" userId="a11cc0ecdd8a15be" providerId="LiveId" clId="{453EE6C8-E2DD-4EE4-A6A7-169A6EC9A313}" dt="2026-04-27T04:25:59.927" v="2370" actId="14100"/>
        <pc:sldMkLst>
          <pc:docMk/>
          <pc:sldMk cId="1301448682" sldId="258"/>
        </pc:sldMkLst>
        <pc:spChg chg="mod">
          <ac:chgData name="MANOJ PRABHAKAR" userId="a11cc0ecdd8a15be" providerId="LiveId" clId="{453EE6C8-E2DD-4EE4-A6A7-169A6EC9A313}" dt="2026-04-27T04:17:53.538" v="2316" actId="1076"/>
          <ac:spMkLst>
            <pc:docMk/>
            <pc:sldMk cId="1301448682" sldId="258"/>
            <ac:spMk id="2" creationId="{CC736A8A-59A8-F939-E0FB-B8456FB64FBD}"/>
          </ac:spMkLst>
        </pc:spChg>
        <pc:spChg chg="del mod">
          <ac:chgData name="MANOJ PRABHAKAR" userId="a11cc0ecdd8a15be" providerId="LiveId" clId="{453EE6C8-E2DD-4EE4-A6A7-169A6EC9A313}" dt="2026-04-27T04:17:09.496" v="2311" actId="21"/>
          <ac:spMkLst>
            <pc:docMk/>
            <pc:sldMk cId="1301448682" sldId="258"/>
            <ac:spMk id="3" creationId="{7D5DFA4C-3B53-5EFF-830E-6351369427DB}"/>
          </ac:spMkLst>
        </pc:spChg>
        <pc:spChg chg="add mod">
          <ac:chgData name="MANOJ PRABHAKAR" userId="a11cc0ecdd8a15be" providerId="LiveId" clId="{453EE6C8-E2DD-4EE4-A6A7-169A6EC9A313}" dt="2026-04-27T04:25:59.927" v="2370" actId="14100"/>
          <ac:spMkLst>
            <pc:docMk/>
            <pc:sldMk cId="1301448682" sldId="258"/>
            <ac:spMk id="4" creationId="{6EBFA5D5-2AC4-866D-F7A3-E3294E440CEE}"/>
          </ac:spMkLst>
        </pc:spChg>
        <pc:spChg chg="add mod">
          <ac:chgData name="MANOJ PRABHAKAR" userId="a11cc0ecdd8a15be" providerId="LiveId" clId="{453EE6C8-E2DD-4EE4-A6A7-169A6EC9A313}" dt="2026-04-27T04:23:39.402" v="2361" actId="14100"/>
          <ac:spMkLst>
            <pc:docMk/>
            <pc:sldMk cId="1301448682" sldId="258"/>
            <ac:spMk id="6" creationId="{80D71182-734C-36D5-478F-A449226C0FE9}"/>
          </ac:spMkLst>
        </pc:spChg>
        <pc:spChg chg="add mod">
          <ac:chgData name="MANOJ PRABHAKAR" userId="a11cc0ecdd8a15be" providerId="LiveId" clId="{453EE6C8-E2DD-4EE4-A6A7-169A6EC9A313}" dt="2026-04-27T04:24:13.612" v="2365" actId="20577"/>
          <ac:spMkLst>
            <pc:docMk/>
            <pc:sldMk cId="1301448682" sldId="258"/>
            <ac:spMk id="7" creationId="{68AA8C4D-1F0C-664D-5849-A8AAC39BA3B8}"/>
          </ac:spMkLst>
        </pc:spChg>
        <pc:spChg chg="add mod">
          <ac:chgData name="MANOJ PRABHAKAR" userId="a11cc0ecdd8a15be" providerId="LiveId" clId="{453EE6C8-E2DD-4EE4-A6A7-169A6EC9A313}" dt="2026-04-27T04:25:39.465" v="2369" actId="207"/>
          <ac:spMkLst>
            <pc:docMk/>
            <pc:sldMk cId="1301448682" sldId="258"/>
            <ac:spMk id="8" creationId="{FE07A4C3-3594-DEB6-EA22-30A1B7ABDE38}"/>
          </ac:spMkLst>
        </pc:spChg>
        <pc:picChg chg="mod">
          <ac:chgData name="MANOJ PRABHAKAR" userId="a11cc0ecdd8a15be" providerId="LiveId" clId="{453EE6C8-E2DD-4EE4-A6A7-169A6EC9A313}" dt="2026-04-27T04:17:57.071" v="2317" actId="1076"/>
          <ac:picMkLst>
            <pc:docMk/>
            <pc:sldMk cId="1301448682" sldId="258"/>
            <ac:picMk id="13" creationId="{81828CC1-2E0F-7710-8A0E-42356917F1BB}"/>
          </ac:picMkLst>
        </pc:picChg>
      </pc:sldChg>
      <pc:sldChg chg="addSp delSp modSp mod">
        <pc:chgData name="MANOJ PRABHAKAR" userId="a11cc0ecdd8a15be" providerId="LiveId" clId="{453EE6C8-E2DD-4EE4-A6A7-169A6EC9A313}" dt="2026-04-27T04:48:34.650" v="2500" actId="9"/>
        <pc:sldMkLst>
          <pc:docMk/>
          <pc:sldMk cId="2016785935" sldId="259"/>
        </pc:sldMkLst>
        <pc:spChg chg="mod">
          <ac:chgData name="MANOJ PRABHAKAR" userId="a11cc0ecdd8a15be" providerId="LiveId" clId="{453EE6C8-E2DD-4EE4-A6A7-169A6EC9A313}" dt="2026-04-27T04:38:58.594" v="2441" actId="1076"/>
          <ac:spMkLst>
            <pc:docMk/>
            <pc:sldMk cId="2016785935" sldId="259"/>
            <ac:spMk id="2" creationId="{A413FAF4-AAFE-DBD7-4EC8-5E3F46E48B5E}"/>
          </ac:spMkLst>
        </pc:spChg>
        <pc:spChg chg="add mod">
          <ac:chgData name="MANOJ PRABHAKAR" userId="a11cc0ecdd8a15be" providerId="LiveId" clId="{453EE6C8-E2DD-4EE4-A6A7-169A6EC9A313}" dt="2026-04-27T04:42:35.359" v="2460" actId="1076"/>
          <ac:spMkLst>
            <pc:docMk/>
            <pc:sldMk cId="2016785935" sldId="259"/>
            <ac:spMk id="3" creationId="{EE23641F-C0A7-D9FE-5D08-2ABCB51679B5}"/>
          </ac:spMkLst>
        </pc:spChg>
        <pc:spChg chg="add mod">
          <ac:chgData name="MANOJ PRABHAKAR" userId="a11cc0ecdd8a15be" providerId="LiveId" clId="{453EE6C8-E2DD-4EE4-A6A7-169A6EC9A313}" dt="2026-04-27T04:48:14.890" v="2498" actId="1076"/>
          <ac:spMkLst>
            <pc:docMk/>
            <pc:sldMk cId="2016785935" sldId="259"/>
            <ac:spMk id="6" creationId="{36EA18C3-0932-7BF7-F613-60945EA6631E}"/>
          </ac:spMkLst>
        </pc:spChg>
        <pc:spChg chg="add mod">
          <ac:chgData name="MANOJ PRABHAKAR" userId="a11cc0ecdd8a15be" providerId="LiveId" clId="{453EE6C8-E2DD-4EE4-A6A7-169A6EC9A313}" dt="2026-04-27T04:48:34.650" v="2500" actId="9"/>
          <ac:spMkLst>
            <pc:docMk/>
            <pc:sldMk cId="2016785935" sldId="259"/>
            <ac:spMk id="7" creationId="{CF7BE766-A38D-3E49-3C35-7F617066B901}"/>
          </ac:spMkLst>
        </pc:spChg>
        <pc:graphicFrameChg chg="del">
          <ac:chgData name="MANOJ PRABHAKAR" userId="a11cc0ecdd8a15be" providerId="LiveId" clId="{453EE6C8-E2DD-4EE4-A6A7-169A6EC9A313}" dt="2026-04-27T04:39:16.698" v="2444" actId="21"/>
          <ac:graphicFrameMkLst>
            <pc:docMk/>
            <pc:sldMk cId="2016785935" sldId="259"/>
            <ac:graphicFrameMk id="5" creationId="{948224AD-AC18-4C6F-97A5-4A46DE0683F0}"/>
          </ac:graphicFrameMkLst>
        </pc:graphicFrameChg>
        <pc:picChg chg="mod">
          <ac:chgData name="MANOJ PRABHAKAR" userId="a11cc0ecdd8a15be" providerId="LiveId" clId="{453EE6C8-E2DD-4EE4-A6A7-169A6EC9A313}" dt="2026-04-27T04:39:04.464" v="2442" actId="1076"/>
          <ac:picMkLst>
            <pc:docMk/>
            <pc:sldMk cId="2016785935" sldId="259"/>
            <ac:picMk id="10" creationId="{D5472989-8E86-32F4-B8D9-35FB54B149CA}"/>
          </ac:picMkLst>
        </pc:picChg>
      </pc:sldChg>
      <pc:sldChg chg="addSp delSp modSp mod modClrScheme chgLayout">
        <pc:chgData name="MANOJ PRABHAKAR" userId="a11cc0ecdd8a15be" providerId="LiveId" clId="{453EE6C8-E2DD-4EE4-A6A7-169A6EC9A313}" dt="2026-04-27T06:43:13.090" v="3648" actId="1076"/>
        <pc:sldMkLst>
          <pc:docMk/>
          <pc:sldMk cId="3549269700" sldId="260"/>
        </pc:sldMkLst>
        <pc:spChg chg="mod ord">
          <ac:chgData name="MANOJ PRABHAKAR" userId="a11cc0ecdd8a15be" providerId="LiveId" clId="{453EE6C8-E2DD-4EE4-A6A7-169A6EC9A313}" dt="2026-04-27T05:07:07.892" v="2737" actId="14100"/>
          <ac:spMkLst>
            <pc:docMk/>
            <pc:sldMk cId="3549269700" sldId="260"/>
            <ac:spMk id="2" creationId="{B3095866-C90A-F0D2-B120-AE3622F2CA38}"/>
          </ac:spMkLst>
        </pc:spChg>
        <pc:spChg chg="del mod ord">
          <ac:chgData name="MANOJ PRABHAKAR" userId="a11cc0ecdd8a15be" providerId="LiveId" clId="{453EE6C8-E2DD-4EE4-A6A7-169A6EC9A313}" dt="2026-04-27T04:56:20.206" v="2529" actId="21"/>
          <ac:spMkLst>
            <pc:docMk/>
            <pc:sldMk cId="3549269700" sldId="260"/>
            <ac:spMk id="3" creationId="{EC933F5D-8646-3BA2-D03B-6FF96921179E}"/>
          </ac:spMkLst>
        </pc:spChg>
        <pc:spChg chg="add del mod ord">
          <ac:chgData name="MANOJ PRABHAKAR" userId="a11cc0ecdd8a15be" providerId="LiveId" clId="{453EE6C8-E2DD-4EE4-A6A7-169A6EC9A313}" dt="2026-04-27T04:58:15.838" v="2541" actId="931"/>
          <ac:spMkLst>
            <pc:docMk/>
            <pc:sldMk cId="3549269700" sldId="260"/>
            <ac:spMk id="4" creationId="{FE491006-D2CB-7F16-B431-FEEB574D86DF}"/>
          </ac:spMkLst>
        </pc:spChg>
        <pc:spChg chg="add del mod">
          <ac:chgData name="MANOJ PRABHAKAR" userId="a11cc0ecdd8a15be" providerId="LiveId" clId="{453EE6C8-E2DD-4EE4-A6A7-169A6EC9A313}" dt="2026-04-27T04:56:34.094" v="2530"/>
          <ac:spMkLst>
            <pc:docMk/>
            <pc:sldMk cId="3549269700" sldId="260"/>
            <ac:spMk id="8" creationId="{FBE13971-D0C0-91ED-3CD9-E6816A5B1784}"/>
          </ac:spMkLst>
        </pc:spChg>
        <pc:spChg chg="add del mod">
          <ac:chgData name="MANOJ PRABHAKAR" userId="a11cc0ecdd8a15be" providerId="LiveId" clId="{453EE6C8-E2DD-4EE4-A6A7-169A6EC9A313}" dt="2026-04-27T04:57:20.695" v="2536"/>
          <ac:spMkLst>
            <pc:docMk/>
            <pc:sldMk cId="3549269700" sldId="260"/>
            <ac:spMk id="9" creationId="{80FB7526-56EE-DEF7-2C99-B5C1A62DD5CF}"/>
          </ac:spMkLst>
        </pc:spChg>
        <pc:spChg chg="add mod">
          <ac:chgData name="MANOJ PRABHAKAR" userId="a11cc0ecdd8a15be" providerId="LiveId" clId="{453EE6C8-E2DD-4EE4-A6A7-169A6EC9A313}" dt="2026-04-27T04:57:10.307" v="2535"/>
          <ac:spMkLst>
            <pc:docMk/>
            <pc:sldMk cId="3549269700" sldId="260"/>
            <ac:spMk id="10" creationId="{290A8214-3088-B99E-82E9-95132BB80C52}"/>
          </ac:spMkLst>
        </pc:spChg>
        <pc:spChg chg="add mod ord">
          <ac:chgData name="MANOJ PRABHAKAR" userId="a11cc0ecdd8a15be" providerId="LiveId" clId="{453EE6C8-E2DD-4EE4-A6A7-169A6EC9A313}" dt="2026-04-27T06:43:13.090" v="3648" actId="1076"/>
          <ac:spMkLst>
            <pc:docMk/>
            <pc:sldMk cId="3549269700" sldId="260"/>
            <ac:spMk id="11" creationId="{92549544-B557-56AC-0E15-E3C2E8C5F750}"/>
          </ac:spMkLst>
        </pc:spChg>
        <pc:spChg chg="add del mod">
          <ac:chgData name="MANOJ PRABHAKAR" userId="a11cc0ecdd8a15be" providerId="LiveId" clId="{453EE6C8-E2DD-4EE4-A6A7-169A6EC9A313}" dt="2026-04-27T05:00:47.109" v="2651" actId="931"/>
          <ac:spMkLst>
            <pc:docMk/>
            <pc:sldMk cId="3549269700" sldId="260"/>
            <ac:spMk id="15" creationId="{B9BE6280-E33B-490E-88B9-73DD4CCD26E4}"/>
          </ac:spMkLst>
        </pc:spChg>
        <pc:spChg chg="del">
          <ac:chgData name="MANOJ PRABHAKAR" userId="a11cc0ecdd8a15be" providerId="LiveId" clId="{453EE6C8-E2DD-4EE4-A6A7-169A6EC9A313}" dt="2026-04-27T04:56:14.219" v="2528" actId="21"/>
          <ac:spMkLst>
            <pc:docMk/>
            <pc:sldMk cId="3549269700" sldId="260"/>
            <ac:spMk id="16" creationId="{D5F9C7A1-D92C-73F9-ACB4-2628CDAF8601}"/>
          </ac:spMkLst>
        </pc:spChg>
        <pc:spChg chg="del">
          <ac:chgData name="MANOJ PRABHAKAR" userId="a11cc0ecdd8a15be" providerId="LiveId" clId="{453EE6C8-E2DD-4EE4-A6A7-169A6EC9A313}" dt="2026-04-27T04:57:04.443" v="2533" actId="21"/>
          <ac:spMkLst>
            <pc:docMk/>
            <pc:sldMk cId="3549269700" sldId="260"/>
            <ac:spMk id="17" creationId="{290A8214-3088-B99E-82E9-95132BB80C52}"/>
          </ac:spMkLst>
        </pc:spChg>
        <pc:spChg chg="add del mod">
          <ac:chgData name="MANOJ PRABHAKAR" userId="a11cc0ecdd8a15be" providerId="LiveId" clId="{453EE6C8-E2DD-4EE4-A6A7-169A6EC9A313}" dt="2026-04-27T05:04:15.809" v="2659" actId="931"/>
          <ac:spMkLst>
            <pc:docMk/>
            <pc:sldMk cId="3549269700" sldId="260"/>
            <ac:spMk id="21" creationId="{1FC642AC-80A4-E529-29A8-6B12C719BC30}"/>
          </ac:spMkLst>
        </pc:spChg>
        <pc:spChg chg="add mod">
          <ac:chgData name="MANOJ PRABHAKAR" userId="a11cc0ecdd8a15be" providerId="LiveId" clId="{453EE6C8-E2DD-4EE4-A6A7-169A6EC9A313}" dt="2026-04-27T05:06:45.709" v="2723" actId="767"/>
          <ac:spMkLst>
            <pc:docMk/>
            <pc:sldMk cId="3549269700" sldId="260"/>
            <ac:spMk id="24" creationId="{CE59F902-6718-32D9-C2DE-BED787566CDD}"/>
          </ac:spMkLst>
        </pc:spChg>
        <pc:spChg chg="add del mod">
          <ac:chgData name="MANOJ PRABHAKAR" userId="a11cc0ecdd8a15be" providerId="LiveId" clId="{453EE6C8-E2DD-4EE4-A6A7-169A6EC9A313}" dt="2026-04-27T05:06:59.872" v="2735" actId="700"/>
          <ac:spMkLst>
            <pc:docMk/>
            <pc:sldMk cId="3549269700" sldId="260"/>
            <ac:spMk id="26" creationId="{6AED86CD-CA7E-D77F-2698-DE2CDA21A10B}"/>
          </ac:spMkLst>
        </pc:spChg>
        <pc:picChg chg="del">
          <ac:chgData name="MANOJ PRABHAKAR" userId="a11cc0ecdd8a15be" providerId="LiveId" clId="{453EE6C8-E2DD-4EE4-A6A7-169A6EC9A313}" dt="2026-04-27T04:56:08.062" v="2527" actId="21"/>
          <ac:picMkLst>
            <pc:docMk/>
            <pc:sldMk cId="3549269700" sldId="260"/>
            <ac:picMk id="5" creationId="{8A4D2EED-8979-1260-0731-C456A916F903}"/>
          </ac:picMkLst>
        </pc:picChg>
        <pc:picChg chg="del mod">
          <ac:chgData name="MANOJ PRABHAKAR" userId="a11cc0ecdd8a15be" providerId="LiveId" clId="{453EE6C8-E2DD-4EE4-A6A7-169A6EC9A313}" dt="2026-04-27T04:55:17.400" v="2521" actId="21"/>
          <ac:picMkLst>
            <pc:docMk/>
            <pc:sldMk cId="3549269700" sldId="260"/>
            <ac:picMk id="7" creationId="{9C94332C-7EDF-61A2-0549-FE4CF19714B0}"/>
          </ac:picMkLst>
        </pc:picChg>
        <pc:picChg chg="add del mod modCrop">
          <ac:chgData name="MANOJ PRABHAKAR" userId="a11cc0ecdd8a15be" providerId="LiveId" clId="{453EE6C8-E2DD-4EE4-A6A7-169A6EC9A313}" dt="2026-04-27T05:00:34.113" v="2650" actId="21"/>
          <ac:picMkLst>
            <pc:docMk/>
            <pc:sldMk cId="3549269700" sldId="260"/>
            <ac:picMk id="13" creationId="{69FFC8EE-DA0C-DFA2-9B50-F0AA6CCC2F97}"/>
          </ac:picMkLst>
        </pc:picChg>
        <pc:picChg chg="add del mod">
          <ac:chgData name="MANOJ PRABHAKAR" userId="a11cc0ecdd8a15be" providerId="LiveId" clId="{453EE6C8-E2DD-4EE4-A6A7-169A6EC9A313}" dt="2026-04-27T05:03:59.623" v="2658" actId="21"/>
          <ac:picMkLst>
            <pc:docMk/>
            <pc:sldMk cId="3549269700" sldId="260"/>
            <ac:picMk id="19" creationId="{7C798EDB-6A07-D80B-511C-DC1A5F4B76EE}"/>
          </ac:picMkLst>
        </pc:picChg>
        <pc:picChg chg="add del mod">
          <ac:chgData name="MANOJ PRABHAKAR" userId="a11cc0ecdd8a15be" providerId="LiveId" clId="{453EE6C8-E2DD-4EE4-A6A7-169A6EC9A313}" dt="2026-04-27T05:06:53.946" v="2734" actId="21"/>
          <ac:picMkLst>
            <pc:docMk/>
            <pc:sldMk cId="3549269700" sldId="260"/>
            <ac:picMk id="23" creationId="{1FFFC17A-8BA7-6535-6A9D-409F002335EF}"/>
          </ac:picMkLst>
        </pc:picChg>
      </pc:sldChg>
      <pc:sldChg chg="addSp delSp modSp del mod">
        <pc:chgData name="MANOJ PRABHAKAR" userId="a11cc0ecdd8a15be" providerId="LiveId" clId="{453EE6C8-E2DD-4EE4-A6A7-169A6EC9A313}" dt="2026-04-27T06:32:10.117" v="3526" actId="2696"/>
        <pc:sldMkLst>
          <pc:docMk/>
          <pc:sldMk cId="1579878663" sldId="261"/>
        </pc:sldMkLst>
      </pc:sldChg>
      <pc:sldChg chg="addSp delSp modSp del mod setBg">
        <pc:chgData name="MANOJ PRABHAKAR" userId="a11cc0ecdd8a15be" providerId="LiveId" clId="{453EE6C8-E2DD-4EE4-A6A7-169A6EC9A313}" dt="2026-04-27T06:32:16.497" v="3528" actId="2696"/>
        <pc:sldMkLst>
          <pc:docMk/>
          <pc:sldMk cId="1759581779" sldId="262"/>
        </pc:sldMkLst>
      </pc:sldChg>
      <pc:sldChg chg="addSp modSp del mod chgLayout">
        <pc:chgData name="MANOJ PRABHAKAR" userId="a11cc0ecdd8a15be" providerId="LiveId" clId="{453EE6C8-E2DD-4EE4-A6A7-169A6EC9A313}" dt="2026-03-08T11:17:42.600" v="239" actId="2696"/>
        <pc:sldMkLst>
          <pc:docMk/>
          <pc:sldMk cId="1437912604" sldId="263"/>
        </pc:sldMkLst>
      </pc:sldChg>
      <pc:sldChg chg="addSp delSp modSp del mod">
        <pc:chgData name="MANOJ PRABHAKAR" userId="a11cc0ecdd8a15be" providerId="LiveId" clId="{453EE6C8-E2DD-4EE4-A6A7-169A6EC9A313}" dt="2026-04-27T06:32:34.196" v="3531" actId="2696"/>
        <pc:sldMkLst>
          <pc:docMk/>
          <pc:sldMk cId="1402796843" sldId="264"/>
        </pc:sldMkLst>
      </pc:sldChg>
      <pc:sldChg chg="addSp delSp modSp del mod setBg">
        <pc:chgData name="MANOJ PRABHAKAR" userId="a11cc0ecdd8a15be" providerId="LiveId" clId="{453EE6C8-E2DD-4EE4-A6A7-169A6EC9A313}" dt="2026-04-27T06:32:27.879" v="3530" actId="2696"/>
        <pc:sldMkLst>
          <pc:docMk/>
          <pc:sldMk cId="3524732484" sldId="265"/>
        </pc:sldMkLst>
      </pc:sldChg>
      <pc:sldChg chg="addSp delSp modSp add del mod ord">
        <pc:chgData name="MANOJ PRABHAKAR" userId="a11cc0ecdd8a15be" providerId="LiveId" clId="{453EE6C8-E2DD-4EE4-A6A7-169A6EC9A313}" dt="2026-04-27T06:46:29.530" v="3687" actId="20577"/>
        <pc:sldMkLst>
          <pc:docMk/>
          <pc:sldMk cId="212010591" sldId="266"/>
        </pc:sldMkLst>
        <pc:spChg chg="mod">
          <ac:chgData name="MANOJ PRABHAKAR" userId="a11cc0ecdd8a15be" providerId="LiveId" clId="{453EE6C8-E2DD-4EE4-A6A7-169A6EC9A313}" dt="2026-04-27T06:46:29.530" v="3687" actId="20577"/>
          <ac:spMkLst>
            <pc:docMk/>
            <pc:sldMk cId="212010591" sldId="266"/>
            <ac:spMk id="5" creationId="{4FD6DA15-01EF-1A06-39B5-69A30CDBD97F}"/>
          </ac:spMkLst>
        </pc:spChg>
      </pc:sldChg>
      <pc:sldChg chg="addSp delSp modSp mod modClrScheme chgLayout">
        <pc:chgData name="MANOJ PRABHAKAR" userId="a11cc0ecdd8a15be" providerId="LiveId" clId="{453EE6C8-E2DD-4EE4-A6A7-169A6EC9A313}" dt="2026-04-27T06:50:26.238" v="3709" actId="113"/>
        <pc:sldMkLst>
          <pc:docMk/>
          <pc:sldMk cId="1653232422" sldId="267"/>
        </pc:sldMkLst>
        <pc:spChg chg="mod">
          <ac:chgData name="MANOJ PRABHAKAR" userId="a11cc0ecdd8a15be" providerId="LiveId" clId="{453EE6C8-E2DD-4EE4-A6A7-169A6EC9A313}" dt="2026-04-27T06:44:54.305" v="3649"/>
          <ac:spMkLst>
            <pc:docMk/>
            <pc:sldMk cId="1653232422" sldId="267"/>
            <ac:spMk id="2" creationId="{55A3F78F-79F5-CBE0-0DD5-C1CF75670CA2}"/>
          </ac:spMkLst>
        </pc:spChg>
        <pc:spChg chg="mod">
          <ac:chgData name="MANOJ PRABHAKAR" userId="a11cc0ecdd8a15be" providerId="LiveId" clId="{453EE6C8-E2DD-4EE4-A6A7-169A6EC9A313}" dt="2026-04-27T06:42:17.361" v="3641" actId="207"/>
          <ac:spMkLst>
            <pc:docMk/>
            <pc:sldMk cId="1653232422" sldId="267"/>
            <ac:spMk id="3" creationId="{8AB3B685-33E1-200B-1911-6BE08EDE729A}"/>
          </ac:spMkLst>
        </pc:spChg>
        <pc:spChg chg="mod">
          <ac:chgData name="MANOJ PRABHAKAR" userId="a11cc0ecdd8a15be" providerId="LiveId" clId="{453EE6C8-E2DD-4EE4-A6A7-169A6EC9A313}" dt="2026-04-27T06:45:52.367" v="3680" actId="20577"/>
          <ac:spMkLst>
            <pc:docMk/>
            <pc:sldMk cId="1653232422" sldId="267"/>
            <ac:spMk id="5" creationId="{9F931CA0-3471-FB1C-CB48-9FAA2A0ECE60}"/>
          </ac:spMkLst>
        </pc:spChg>
        <pc:spChg chg="mod">
          <ac:chgData name="MANOJ PRABHAKAR" userId="a11cc0ecdd8a15be" providerId="LiveId" clId="{453EE6C8-E2DD-4EE4-A6A7-169A6EC9A313}" dt="2026-04-27T06:50:26.238" v="3709" actId="113"/>
          <ac:spMkLst>
            <pc:docMk/>
            <pc:sldMk cId="1653232422" sldId="267"/>
            <ac:spMk id="9" creationId="{EAA37440-0B3A-4F0E-9374-226BA6877A3C}"/>
          </ac:spMkLst>
        </pc:spChg>
      </pc:sldChg>
      <pc:sldChg chg="addSp modSp new del mod">
        <pc:chgData name="MANOJ PRABHAKAR" userId="a11cc0ecdd8a15be" providerId="LiveId" clId="{453EE6C8-E2DD-4EE4-A6A7-169A6EC9A313}" dt="2026-04-27T06:32:13.072" v="3527" actId="2696"/>
        <pc:sldMkLst>
          <pc:docMk/>
          <pc:sldMk cId="2760906860" sldId="268"/>
        </pc:sldMkLst>
      </pc:sldChg>
      <pc:sldChg chg="addSp modSp new del mod">
        <pc:chgData name="MANOJ PRABHAKAR" userId="a11cc0ecdd8a15be" providerId="LiveId" clId="{453EE6C8-E2DD-4EE4-A6A7-169A6EC9A313}" dt="2026-04-27T06:32:19.410" v="3529" actId="2696"/>
        <pc:sldMkLst>
          <pc:docMk/>
          <pc:sldMk cId="2026409412" sldId="269"/>
        </pc:sldMkLst>
      </pc:sldChg>
      <pc:sldChg chg="addSp delSp modSp new mod modClrScheme chgLayout">
        <pc:chgData name="MANOJ PRABHAKAR" userId="a11cc0ecdd8a15be" providerId="LiveId" clId="{453EE6C8-E2DD-4EE4-A6A7-169A6EC9A313}" dt="2026-04-27T04:52:00.670" v="2518" actId="20577"/>
        <pc:sldMkLst>
          <pc:docMk/>
          <pc:sldMk cId="63831866" sldId="270"/>
        </pc:sldMkLst>
        <pc:spChg chg="mod">
          <ac:chgData name="MANOJ PRABHAKAR" userId="a11cc0ecdd8a15be" providerId="LiveId" clId="{453EE6C8-E2DD-4EE4-A6A7-169A6EC9A313}" dt="2026-04-27T04:44:08.656" v="2466" actId="1076"/>
          <ac:spMkLst>
            <pc:docMk/>
            <pc:sldMk cId="63831866" sldId="270"/>
            <ac:spMk id="2" creationId="{C6265A67-E011-9D22-D09D-1541B8B9BC14}"/>
          </ac:spMkLst>
        </pc:spChg>
        <pc:spChg chg="mod">
          <ac:chgData name="MANOJ PRABHAKAR" userId="a11cc0ecdd8a15be" providerId="LiveId" clId="{453EE6C8-E2DD-4EE4-A6A7-169A6EC9A313}" dt="2026-04-27T04:45:35.738" v="2482" actId="14100"/>
          <ac:spMkLst>
            <pc:docMk/>
            <pc:sldMk cId="63831866" sldId="270"/>
            <ac:spMk id="3" creationId="{E682D445-D4BC-4B31-4596-BA4950F95F6E}"/>
          </ac:spMkLst>
        </pc:spChg>
        <pc:spChg chg="mod">
          <ac:chgData name="MANOJ PRABHAKAR" userId="a11cc0ecdd8a15be" providerId="LiveId" clId="{453EE6C8-E2DD-4EE4-A6A7-169A6EC9A313}" dt="2026-04-27T04:52:00.670" v="2518" actId="20577"/>
          <ac:spMkLst>
            <pc:docMk/>
            <pc:sldMk cId="63831866" sldId="270"/>
            <ac:spMk id="4" creationId="{61634002-2A6A-E017-FD1E-387634B013D2}"/>
          </ac:spMkLst>
        </pc:spChg>
        <pc:spChg chg="add mod">
          <ac:chgData name="MANOJ PRABHAKAR" userId="a11cc0ecdd8a15be" providerId="LiveId" clId="{453EE6C8-E2DD-4EE4-A6A7-169A6EC9A313}" dt="2026-04-27T04:44:20.367" v="2468" actId="14100"/>
          <ac:spMkLst>
            <pc:docMk/>
            <pc:sldMk cId="63831866" sldId="270"/>
            <ac:spMk id="5" creationId="{A682A3DF-5431-3093-FFA2-88C7248F15B6}"/>
          </ac:spMkLst>
        </pc:spChg>
        <pc:spChg chg="add del mod">
          <ac:chgData name="MANOJ PRABHAKAR" userId="a11cc0ecdd8a15be" providerId="LiveId" clId="{453EE6C8-E2DD-4EE4-A6A7-169A6EC9A313}" dt="2026-04-27T04:45:21.278" v="2478"/>
          <ac:spMkLst>
            <pc:docMk/>
            <pc:sldMk cId="63831866" sldId="270"/>
            <ac:spMk id="7" creationId="{3677D6BA-AC39-4E2D-7546-C5A86E7858D8}"/>
          </ac:spMkLst>
        </pc:spChg>
        <pc:picChg chg="mod">
          <ac:chgData name="MANOJ PRABHAKAR" userId="a11cc0ecdd8a15be" providerId="LiveId" clId="{453EE6C8-E2DD-4EE4-A6A7-169A6EC9A313}" dt="2026-04-27T04:44:12.944" v="2467" actId="1076"/>
          <ac:picMkLst>
            <pc:docMk/>
            <pc:sldMk cId="63831866" sldId="270"/>
            <ac:picMk id="6" creationId="{1F7D5DA0-3DB2-854A-0C2C-37B774ABCDE2}"/>
          </ac:picMkLst>
        </pc:picChg>
      </pc:sldChg>
      <pc:sldChg chg="addSp delSp modSp new mod setBg addAnim">
        <pc:chgData name="MANOJ PRABHAKAR" userId="a11cc0ecdd8a15be" providerId="LiveId" clId="{453EE6C8-E2DD-4EE4-A6A7-169A6EC9A313}" dt="2026-03-08T18:02:50.320" v="1644" actId="1076"/>
        <pc:sldMkLst>
          <pc:docMk/>
          <pc:sldMk cId="288595116" sldId="271"/>
        </pc:sldMkLst>
      </pc:sldChg>
      <pc:sldChg chg="addSp delSp modSp new del mod modClrScheme chgLayout">
        <pc:chgData name="MANOJ PRABHAKAR" userId="a11cc0ecdd8a15be" providerId="LiveId" clId="{453EE6C8-E2DD-4EE4-A6A7-169A6EC9A313}" dt="2026-04-27T06:32:04.314" v="3524" actId="2696"/>
        <pc:sldMkLst>
          <pc:docMk/>
          <pc:sldMk cId="3370924651" sldId="272"/>
        </pc:sldMkLst>
      </pc:sldChg>
      <pc:sldChg chg="addSp delSp modSp new del mod">
        <pc:chgData name="MANOJ PRABHAKAR" userId="a11cc0ecdd8a15be" providerId="LiveId" clId="{453EE6C8-E2DD-4EE4-A6A7-169A6EC9A313}" dt="2026-04-27T06:32:07.794" v="3525" actId="2696"/>
        <pc:sldMkLst>
          <pc:docMk/>
          <pc:sldMk cId="1591654545" sldId="273"/>
        </pc:sldMkLst>
      </pc:sldChg>
      <pc:sldChg chg="addSp delSp modSp new add del mod">
        <pc:chgData name="MANOJ PRABHAKAR" userId="a11cc0ecdd8a15be" providerId="LiveId" clId="{453EE6C8-E2DD-4EE4-A6A7-169A6EC9A313}" dt="2026-04-27T06:46:58.117" v="3689" actId="20577"/>
        <pc:sldMkLst>
          <pc:docMk/>
          <pc:sldMk cId="3742528598" sldId="274"/>
        </pc:sldMkLst>
        <pc:spChg chg="mod">
          <ac:chgData name="MANOJ PRABHAKAR" userId="a11cc0ecdd8a15be" providerId="LiveId" clId="{453EE6C8-E2DD-4EE4-A6A7-169A6EC9A313}" dt="2026-04-27T06:39:59.573" v="3597" actId="1076"/>
          <ac:spMkLst>
            <pc:docMk/>
            <pc:sldMk cId="3742528598" sldId="274"/>
            <ac:spMk id="2" creationId="{2A52AA41-C8E5-BA59-734F-F7704D5CAD7C}"/>
          </ac:spMkLst>
        </pc:spChg>
        <pc:spChg chg="mod">
          <ac:chgData name="MANOJ PRABHAKAR" userId="a11cc0ecdd8a15be" providerId="LiveId" clId="{453EE6C8-E2DD-4EE4-A6A7-169A6EC9A313}" dt="2026-04-27T06:39:50.235" v="3595"/>
          <ac:spMkLst>
            <pc:docMk/>
            <pc:sldMk cId="3742528598" sldId="274"/>
            <ac:spMk id="3" creationId="{5319552C-E379-24BD-C73E-D794949B0A0D}"/>
          </ac:spMkLst>
        </pc:spChg>
        <pc:spChg chg="mod">
          <ac:chgData name="MANOJ PRABHAKAR" userId="a11cc0ecdd8a15be" providerId="LiveId" clId="{453EE6C8-E2DD-4EE4-A6A7-169A6EC9A313}" dt="2026-04-27T06:46:58.117" v="3689" actId="20577"/>
          <ac:spMkLst>
            <pc:docMk/>
            <pc:sldMk cId="3742528598" sldId="274"/>
            <ac:spMk id="6" creationId="{6290990E-FFBB-97E8-4CDA-644DB93ECD66}"/>
          </ac:spMkLst>
        </pc:spChg>
      </pc:sldChg>
      <pc:sldChg chg="addSp delSp modSp new mod">
        <pc:chgData name="MANOJ PRABHAKAR" userId="a11cc0ecdd8a15be" providerId="LiveId" clId="{453EE6C8-E2DD-4EE4-A6A7-169A6EC9A313}" dt="2026-04-28T06:33:55.267" v="3973" actId="113"/>
        <pc:sldMkLst>
          <pc:docMk/>
          <pc:sldMk cId="2156171802" sldId="275"/>
        </pc:sldMkLst>
        <pc:spChg chg="del mod">
          <ac:chgData name="MANOJ PRABHAKAR" userId="a11cc0ecdd8a15be" providerId="LiveId" clId="{453EE6C8-E2DD-4EE4-A6A7-169A6EC9A313}" dt="2026-04-27T04:27:48.986" v="2373" actId="21"/>
          <ac:spMkLst>
            <pc:docMk/>
            <pc:sldMk cId="2156171802" sldId="275"/>
            <ac:spMk id="2" creationId="{D48D21BD-C6B0-8D35-5A53-05B9D61EF4E5}"/>
          </ac:spMkLst>
        </pc:spChg>
        <pc:spChg chg="del">
          <ac:chgData name="MANOJ PRABHAKAR" userId="a11cc0ecdd8a15be" providerId="LiveId" clId="{453EE6C8-E2DD-4EE4-A6A7-169A6EC9A313}" dt="2026-04-27T04:28:24.183" v="2386" actId="21"/>
          <ac:spMkLst>
            <pc:docMk/>
            <pc:sldMk cId="2156171802" sldId="275"/>
            <ac:spMk id="3" creationId="{E7280B05-94FB-4FF9-BF97-910AD186464A}"/>
          </ac:spMkLst>
        </pc:spChg>
        <pc:spChg chg="add mod">
          <ac:chgData name="MANOJ PRABHAKAR" userId="a11cc0ecdd8a15be" providerId="LiveId" clId="{453EE6C8-E2DD-4EE4-A6A7-169A6EC9A313}" dt="2026-04-28T06:33:55.267" v="3973" actId="113"/>
          <ac:spMkLst>
            <pc:docMk/>
            <pc:sldMk cId="2156171802" sldId="275"/>
            <ac:spMk id="5" creationId="{B8A352BB-533B-F8BE-C8B3-DD3A1FED5983}"/>
          </ac:spMkLst>
        </pc:spChg>
        <pc:spChg chg="add del mod">
          <ac:chgData name="MANOJ PRABHAKAR" userId="a11cc0ecdd8a15be" providerId="LiveId" clId="{453EE6C8-E2DD-4EE4-A6A7-169A6EC9A313}" dt="2026-04-27T04:36:24.654" v="2436" actId="1076"/>
          <ac:spMkLst>
            <pc:docMk/>
            <pc:sldMk cId="2156171802" sldId="275"/>
            <ac:spMk id="7" creationId="{C80080D2-BCFD-8FA2-A7F1-985B579F6851}"/>
          </ac:spMkLst>
        </pc:spChg>
        <pc:spChg chg="add mod">
          <ac:chgData name="MANOJ PRABHAKAR" userId="a11cc0ecdd8a15be" providerId="LiveId" clId="{453EE6C8-E2DD-4EE4-A6A7-169A6EC9A313}" dt="2026-04-27T04:28:29.328" v="2388"/>
          <ac:spMkLst>
            <pc:docMk/>
            <pc:sldMk cId="2156171802" sldId="275"/>
            <ac:spMk id="8" creationId="{E7280B05-94FB-4FF9-BF97-910AD186464A}"/>
          </ac:spMkLst>
        </pc:spChg>
        <pc:spChg chg="add mod">
          <ac:chgData name="MANOJ PRABHAKAR" userId="a11cc0ecdd8a15be" providerId="LiveId" clId="{453EE6C8-E2DD-4EE4-A6A7-169A6EC9A313}" dt="2026-04-27T04:31:12.148" v="2410" actId="1076"/>
          <ac:spMkLst>
            <pc:docMk/>
            <pc:sldMk cId="2156171802" sldId="275"/>
            <ac:spMk id="10" creationId="{F4682E2F-06B8-3CD6-5AE9-9045BB9FA483}"/>
          </ac:spMkLst>
        </pc:spChg>
        <pc:spChg chg="add del mod">
          <ac:chgData name="MANOJ PRABHAKAR" userId="a11cc0ecdd8a15be" providerId="LiveId" clId="{453EE6C8-E2DD-4EE4-A6A7-169A6EC9A313}" dt="2026-04-27T04:32:49.058" v="2419"/>
          <ac:spMkLst>
            <pc:docMk/>
            <pc:sldMk cId="2156171802" sldId="275"/>
            <ac:spMk id="11" creationId="{E83E46B4-5945-179E-7A6B-4FF10BC2D154}"/>
          </ac:spMkLst>
        </pc:spChg>
        <pc:spChg chg="add mod">
          <ac:chgData name="MANOJ PRABHAKAR" userId="a11cc0ecdd8a15be" providerId="LiveId" clId="{453EE6C8-E2DD-4EE4-A6A7-169A6EC9A313}" dt="2026-04-27T04:47:35.793" v="2491" actId="1076"/>
          <ac:spMkLst>
            <pc:docMk/>
            <pc:sldMk cId="2156171802" sldId="275"/>
            <ac:spMk id="12" creationId="{90C2B0CC-D8EF-2096-E1BC-E0E1E1C7FC6C}"/>
          </ac:spMkLst>
        </pc:spChg>
        <pc:picChg chg="add del">
          <ac:chgData name="MANOJ PRABHAKAR" userId="a11cc0ecdd8a15be" providerId="LiveId" clId="{453EE6C8-E2DD-4EE4-A6A7-169A6EC9A313}" dt="2026-04-27T04:35:39.394" v="2431" actId="22"/>
          <ac:picMkLst>
            <pc:docMk/>
            <pc:sldMk cId="2156171802" sldId="275"/>
            <ac:picMk id="14" creationId="{4A1AFEB2-E3C0-CA57-18FE-CEB78DD0CC3D}"/>
          </ac:picMkLst>
        </pc:picChg>
      </pc:sldChg>
      <pc:sldChg chg="addSp delSp modSp new mod modClrScheme chgLayout">
        <pc:chgData name="MANOJ PRABHAKAR" userId="a11cc0ecdd8a15be" providerId="LiveId" clId="{453EE6C8-E2DD-4EE4-A6A7-169A6EC9A313}" dt="2026-04-27T05:12:03.141" v="2759" actId="1076"/>
        <pc:sldMkLst>
          <pc:docMk/>
          <pc:sldMk cId="3666691088" sldId="276"/>
        </pc:sldMkLst>
        <pc:spChg chg="del mod ord">
          <ac:chgData name="MANOJ PRABHAKAR" userId="a11cc0ecdd8a15be" providerId="LiveId" clId="{453EE6C8-E2DD-4EE4-A6A7-169A6EC9A313}" dt="2026-04-27T05:07:36.291" v="2741" actId="700"/>
          <ac:spMkLst>
            <pc:docMk/>
            <pc:sldMk cId="3666691088" sldId="276"/>
            <ac:spMk id="2" creationId="{7ED102A8-1C22-3137-2A69-DB1E24105F87}"/>
          </ac:spMkLst>
        </pc:spChg>
        <pc:spChg chg="del mod ord">
          <ac:chgData name="MANOJ PRABHAKAR" userId="a11cc0ecdd8a15be" providerId="LiveId" clId="{453EE6C8-E2DD-4EE4-A6A7-169A6EC9A313}" dt="2026-04-27T05:07:36.291" v="2741" actId="700"/>
          <ac:spMkLst>
            <pc:docMk/>
            <pc:sldMk cId="3666691088" sldId="276"/>
            <ac:spMk id="3" creationId="{081B97B7-1FBD-A07B-D61A-440A1B38812F}"/>
          </ac:spMkLst>
        </pc:spChg>
        <pc:spChg chg="del mod ord">
          <ac:chgData name="MANOJ PRABHAKAR" userId="a11cc0ecdd8a15be" providerId="LiveId" clId="{453EE6C8-E2DD-4EE4-A6A7-169A6EC9A313}" dt="2026-04-27T05:07:36.291" v="2741" actId="700"/>
          <ac:spMkLst>
            <pc:docMk/>
            <pc:sldMk cId="3666691088" sldId="276"/>
            <ac:spMk id="4" creationId="{83B63A6E-AA49-20C1-B70A-A84A8147A661}"/>
          </ac:spMkLst>
        </pc:spChg>
        <pc:spChg chg="add del mod ord">
          <ac:chgData name="MANOJ PRABHAKAR" userId="a11cc0ecdd8a15be" providerId="LiveId" clId="{453EE6C8-E2DD-4EE4-A6A7-169A6EC9A313}" dt="2026-04-27T05:07:54.579" v="2744" actId="700"/>
          <ac:spMkLst>
            <pc:docMk/>
            <pc:sldMk cId="3666691088" sldId="276"/>
            <ac:spMk id="5" creationId="{725FA46D-904C-0B15-34D3-B907E04BD1E7}"/>
          </ac:spMkLst>
        </pc:spChg>
        <pc:spChg chg="add del mod ord">
          <ac:chgData name="MANOJ PRABHAKAR" userId="a11cc0ecdd8a15be" providerId="LiveId" clId="{453EE6C8-E2DD-4EE4-A6A7-169A6EC9A313}" dt="2026-04-27T05:07:45.991" v="2742" actId="931"/>
          <ac:spMkLst>
            <pc:docMk/>
            <pc:sldMk cId="3666691088" sldId="276"/>
            <ac:spMk id="6" creationId="{754AF9CB-9D41-6483-6EA3-E78896F2F89B}"/>
          </ac:spMkLst>
        </pc:spChg>
        <pc:spChg chg="add del mod ord">
          <ac:chgData name="MANOJ PRABHAKAR" userId="a11cc0ecdd8a15be" providerId="LiveId" clId="{453EE6C8-E2DD-4EE4-A6A7-169A6EC9A313}" dt="2026-04-27T05:07:54.579" v="2744" actId="700"/>
          <ac:spMkLst>
            <pc:docMk/>
            <pc:sldMk cId="3666691088" sldId="276"/>
            <ac:spMk id="7" creationId="{5C8AE7E6-62CA-0F5F-A46E-0A79BCA736A0}"/>
          </ac:spMkLst>
        </pc:spChg>
        <pc:spChg chg="add mod ord">
          <ac:chgData name="MANOJ PRABHAKAR" userId="a11cc0ecdd8a15be" providerId="LiveId" clId="{453EE6C8-E2DD-4EE4-A6A7-169A6EC9A313}" dt="2026-04-27T05:11:45.170" v="2757" actId="14100"/>
          <ac:spMkLst>
            <pc:docMk/>
            <pc:sldMk cId="3666691088" sldId="276"/>
            <ac:spMk id="10" creationId="{F8F504DF-92F7-BC97-BB5F-84876D114C58}"/>
          </ac:spMkLst>
        </pc:spChg>
        <pc:spChg chg="add del mod ord">
          <ac:chgData name="MANOJ PRABHAKAR" userId="a11cc0ecdd8a15be" providerId="LiveId" clId="{453EE6C8-E2DD-4EE4-A6A7-169A6EC9A313}" dt="2026-04-27T05:11:57.649" v="2758" actId="21"/>
          <ac:spMkLst>
            <pc:docMk/>
            <pc:sldMk cId="3666691088" sldId="276"/>
            <ac:spMk id="11" creationId="{C7AAC44E-077F-4658-57E3-6F358EF6DA01}"/>
          </ac:spMkLst>
        </pc:spChg>
        <pc:picChg chg="add mod ord modCrop">
          <ac:chgData name="MANOJ PRABHAKAR" userId="a11cc0ecdd8a15be" providerId="LiveId" clId="{453EE6C8-E2DD-4EE4-A6A7-169A6EC9A313}" dt="2026-04-27T05:12:03.141" v="2759" actId="1076"/>
          <ac:picMkLst>
            <pc:docMk/>
            <pc:sldMk cId="3666691088" sldId="276"/>
            <ac:picMk id="9" creationId="{DF69743B-90C8-ABDB-D413-9CE7A636A2DB}"/>
          </ac:picMkLst>
        </pc:picChg>
      </pc:sldChg>
      <pc:sldChg chg="addSp delSp modSp new mod modClrScheme chgLayout">
        <pc:chgData name="MANOJ PRABHAKAR" userId="a11cc0ecdd8a15be" providerId="LiveId" clId="{453EE6C8-E2DD-4EE4-A6A7-169A6EC9A313}" dt="2026-04-27T06:43:04.384" v="3647" actId="207"/>
        <pc:sldMkLst>
          <pc:docMk/>
          <pc:sldMk cId="3678121257" sldId="277"/>
        </pc:sldMkLst>
        <pc:spChg chg="mod ord">
          <ac:chgData name="MANOJ PRABHAKAR" userId="a11cc0ecdd8a15be" providerId="LiveId" clId="{453EE6C8-E2DD-4EE4-A6A7-169A6EC9A313}" dt="2026-04-27T05:25:43.484" v="2809" actId="14100"/>
          <ac:spMkLst>
            <pc:docMk/>
            <pc:sldMk cId="3678121257" sldId="277"/>
            <ac:spMk id="2" creationId="{E259B53F-3AB2-9E12-9164-FC89FAAC7577}"/>
          </ac:spMkLst>
        </pc:spChg>
        <pc:spChg chg="del mod ord">
          <ac:chgData name="MANOJ PRABHAKAR" userId="a11cc0ecdd8a15be" providerId="LiveId" clId="{453EE6C8-E2DD-4EE4-A6A7-169A6EC9A313}" dt="2026-04-27T05:20:28.362" v="2772" actId="700"/>
          <ac:spMkLst>
            <pc:docMk/>
            <pc:sldMk cId="3678121257" sldId="277"/>
            <ac:spMk id="3" creationId="{D50065EA-57FB-7999-668B-8B9CAB84872D}"/>
          </ac:spMkLst>
        </pc:spChg>
        <pc:spChg chg="add del mod ord">
          <ac:chgData name="MANOJ PRABHAKAR" userId="a11cc0ecdd8a15be" providerId="LiveId" clId="{453EE6C8-E2DD-4EE4-A6A7-169A6EC9A313}" dt="2026-04-27T05:20:57.963" v="2777" actId="700"/>
          <ac:spMkLst>
            <pc:docMk/>
            <pc:sldMk cId="3678121257" sldId="277"/>
            <ac:spMk id="4" creationId="{48C4B5BC-2BE2-DF4E-56EC-0D635D2ED3C5}"/>
          </ac:spMkLst>
        </pc:spChg>
        <pc:spChg chg="add del mod ord">
          <ac:chgData name="MANOJ PRABHAKAR" userId="a11cc0ecdd8a15be" providerId="LiveId" clId="{453EE6C8-E2DD-4EE4-A6A7-169A6EC9A313}" dt="2026-04-27T05:20:57.963" v="2777" actId="700"/>
          <ac:spMkLst>
            <pc:docMk/>
            <pc:sldMk cId="3678121257" sldId="277"/>
            <ac:spMk id="5" creationId="{B186B48E-9E66-6CF4-9727-6C522C0BC941}"/>
          </ac:spMkLst>
        </pc:spChg>
        <pc:spChg chg="add del mod ord">
          <ac:chgData name="MANOJ PRABHAKAR" userId="a11cc0ecdd8a15be" providerId="LiveId" clId="{453EE6C8-E2DD-4EE4-A6A7-169A6EC9A313}" dt="2026-04-27T05:20:57.963" v="2777" actId="700"/>
          <ac:spMkLst>
            <pc:docMk/>
            <pc:sldMk cId="3678121257" sldId="277"/>
            <ac:spMk id="6" creationId="{CD1B90DD-AB02-BC92-98BE-4486F853CFB3}"/>
          </ac:spMkLst>
        </pc:spChg>
        <pc:spChg chg="add del mod ord">
          <ac:chgData name="MANOJ PRABHAKAR" userId="a11cc0ecdd8a15be" providerId="LiveId" clId="{453EE6C8-E2DD-4EE4-A6A7-169A6EC9A313}" dt="2026-04-27T05:20:57.963" v="2777" actId="700"/>
          <ac:spMkLst>
            <pc:docMk/>
            <pc:sldMk cId="3678121257" sldId="277"/>
            <ac:spMk id="7" creationId="{320FCEB4-7DE5-83F6-B1F4-16F2727F66FF}"/>
          </ac:spMkLst>
        </pc:spChg>
        <pc:spChg chg="add del mod ord">
          <ac:chgData name="MANOJ PRABHAKAR" userId="a11cc0ecdd8a15be" providerId="LiveId" clId="{453EE6C8-E2DD-4EE4-A6A7-169A6EC9A313}" dt="2026-04-27T05:21:02.663" v="2778" actId="700"/>
          <ac:spMkLst>
            <pc:docMk/>
            <pc:sldMk cId="3678121257" sldId="277"/>
            <ac:spMk id="8" creationId="{9EF5E4E1-7C14-A2C6-3F51-73A40128BDFC}"/>
          </ac:spMkLst>
        </pc:spChg>
        <pc:spChg chg="add del mod ord">
          <ac:chgData name="MANOJ PRABHAKAR" userId="a11cc0ecdd8a15be" providerId="LiveId" clId="{453EE6C8-E2DD-4EE4-A6A7-169A6EC9A313}" dt="2026-04-27T05:21:02.663" v="2778" actId="700"/>
          <ac:spMkLst>
            <pc:docMk/>
            <pc:sldMk cId="3678121257" sldId="277"/>
            <ac:spMk id="9" creationId="{D2EBBA2F-8DC9-2380-28B8-0B96E300E384}"/>
          </ac:spMkLst>
        </pc:spChg>
        <pc:spChg chg="add mod ord">
          <ac:chgData name="MANOJ PRABHAKAR" userId="a11cc0ecdd8a15be" providerId="LiveId" clId="{453EE6C8-E2DD-4EE4-A6A7-169A6EC9A313}" dt="2026-04-27T06:43:04.384" v="3647" actId="207"/>
          <ac:spMkLst>
            <pc:docMk/>
            <pc:sldMk cId="3678121257" sldId="277"/>
            <ac:spMk id="10" creationId="{35E00CDD-F6FE-E485-2CAD-ED9324AD7B77}"/>
          </ac:spMkLst>
        </pc:spChg>
        <pc:spChg chg="add del mod ord">
          <ac:chgData name="MANOJ PRABHAKAR" userId="a11cc0ecdd8a15be" providerId="LiveId" clId="{453EE6C8-E2DD-4EE4-A6A7-169A6EC9A313}" dt="2026-04-27T05:21:33.778" v="2785" actId="931"/>
          <ac:spMkLst>
            <pc:docMk/>
            <pc:sldMk cId="3678121257" sldId="277"/>
            <ac:spMk id="11" creationId="{6CE6D2EE-06D6-57E1-954D-CC6005E9A179}"/>
          </ac:spMkLst>
        </pc:spChg>
        <pc:picChg chg="add mod modCrop">
          <ac:chgData name="MANOJ PRABHAKAR" userId="a11cc0ecdd8a15be" providerId="LiveId" clId="{453EE6C8-E2DD-4EE4-A6A7-169A6EC9A313}" dt="2026-04-27T05:27:04.906" v="2814" actId="14100"/>
          <ac:picMkLst>
            <pc:docMk/>
            <pc:sldMk cId="3678121257" sldId="277"/>
            <ac:picMk id="13" creationId="{01DB9B91-2CF6-FEDE-451A-8B4A6C02FC20}"/>
          </ac:picMkLst>
        </pc:picChg>
      </pc:sldChg>
      <pc:sldChg chg="addSp delSp modSp add mod modClrScheme chgLayout">
        <pc:chgData name="MANOJ PRABHAKAR" userId="a11cc0ecdd8a15be" providerId="LiveId" clId="{453EE6C8-E2DD-4EE4-A6A7-169A6EC9A313}" dt="2026-04-27T05:47:29.389" v="3157" actId="14100"/>
        <pc:sldMkLst>
          <pc:docMk/>
          <pc:sldMk cId="3895287152" sldId="278"/>
        </pc:sldMkLst>
        <pc:spChg chg="add del mod ord">
          <ac:chgData name="MANOJ PRABHAKAR" userId="a11cc0ecdd8a15be" providerId="LiveId" clId="{453EE6C8-E2DD-4EE4-A6A7-169A6EC9A313}" dt="2026-04-27T05:47:29.389" v="3157" actId="14100"/>
          <ac:spMkLst>
            <pc:docMk/>
            <pc:sldMk cId="3895287152" sldId="278"/>
            <ac:spMk id="2" creationId="{53AF5CA4-4C5E-98C7-7376-A0BB1C84D424}"/>
          </ac:spMkLst>
        </pc:spChg>
        <pc:spChg chg="add del mod">
          <ac:chgData name="MANOJ PRABHAKAR" userId="a11cc0ecdd8a15be" providerId="LiveId" clId="{453EE6C8-E2DD-4EE4-A6A7-169A6EC9A313}" dt="2026-04-27T05:35:40.034" v="2824" actId="700"/>
          <ac:spMkLst>
            <pc:docMk/>
            <pc:sldMk cId="3895287152" sldId="278"/>
            <ac:spMk id="4" creationId="{D04C5A28-E284-5AA7-B323-356B59EC21BC}"/>
          </ac:spMkLst>
        </pc:spChg>
        <pc:spChg chg="add del mod">
          <ac:chgData name="MANOJ PRABHAKAR" userId="a11cc0ecdd8a15be" providerId="LiveId" clId="{453EE6C8-E2DD-4EE4-A6A7-169A6EC9A313}" dt="2026-04-27T05:39:03.460" v="2850" actId="21"/>
          <ac:spMkLst>
            <pc:docMk/>
            <pc:sldMk cId="3895287152" sldId="278"/>
            <ac:spMk id="5" creationId="{87382ADB-6450-00DA-AE36-E021DB9746F2}"/>
          </ac:spMkLst>
        </pc:spChg>
        <pc:spChg chg="add del mod">
          <ac:chgData name="MANOJ PRABHAKAR" userId="a11cc0ecdd8a15be" providerId="LiveId" clId="{453EE6C8-E2DD-4EE4-A6A7-169A6EC9A313}" dt="2026-04-27T05:39:00.336" v="2848" actId="21"/>
          <ac:spMkLst>
            <pc:docMk/>
            <pc:sldMk cId="3895287152" sldId="278"/>
            <ac:spMk id="6" creationId="{D7C1FCAD-E7B9-5DA5-A56F-B1DD9B02526E}"/>
          </ac:spMkLst>
        </pc:spChg>
        <pc:spChg chg="add mod">
          <ac:chgData name="MANOJ PRABHAKAR" userId="a11cc0ecdd8a15be" providerId="LiveId" clId="{453EE6C8-E2DD-4EE4-A6A7-169A6EC9A313}" dt="2026-04-27T05:46:56.792" v="3154" actId="113"/>
          <ac:spMkLst>
            <pc:docMk/>
            <pc:sldMk cId="3895287152" sldId="278"/>
            <ac:spMk id="7" creationId="{41111878-B1D0-1C3F-1B46-1B367CF22C54}"/>
          </ac:spMkLst>
        </pc:spChg>
        <pc:spChg chg="add mod">
          <ac:chgData name="MANOJ PRABHAKAR" userId="a11cc0ecdd8a15be" providerId="LiveId" clId="{453EE6C8-E2DD-4EE4-A6A7-169A6EC9A313}" dt="2026-04-27T05:45:33.064" v="3151" actId="2710"/>
          <ac:spMkLst>
            <pc:docMk/>
            <pc:sldMk cId="3895287152" sldId="278"/>
            <ac:spMk id="8" creationId="{1FDC82E0-CF29-23F7-9B0E-57AF980BBF10}"/>
          </ac:spMkLst>
        </pc:spChg>
        <pc:spChg chg="add mod">
          <ac:chgData name="MANOJ PRABHAKAR" userId="a11cc0ecdd8a15be" providerId="LiveId" clId="{453EE6C8-E2DD-4EE4-A6A7-169A6EC9A313}" dt="2026-04-27T05:47:09.513" v="3156" actId="14100"/>
          <ac:spMkLst>
            <pc:docMk/>
            <pc:sldMk cId="3895287152" sldId="278"/>
            <ac:spMk id="9" creationId="{2DF2C5A4-BCA2-A63B-DB2F-D88B5B2FC4DC}"/>
          </ac:spMkLst>
        </pc:spChg>
        <pc:spChg chg="del">
          <ac:chgData name="MANOJ PRABHAKAR" userId="a11cc0ecdd8a15be" providerId="LiveId" clId="{453EE6C8-E2DD-4EE4-A6A7-169A6EC9A313}" dt="2026-04-27T05:35:35.537" v="2823" actId="21"/>
          <ac:spMkLst>
            <pc:docMk/>
            <pc:sldMk cId="3895287152" sldId="278"/>
            <ac:spMk id="10" creationId="{F51E315F-6238-EA6B-4127-1C4A9615FE6C}"/>
          </ac:spMkLst>
        </pc:spChg>
        <pc:spChg chg="add mod">
          <ac:chgData name="MANOJ PRABHAKAR" userId="a11cc0ecdd8a15be" providerId="LiveId" clId="{453EE6C8-E2DD-4EE4-A6A7-169A6EC9A313}" dt="2026-04-27T05:45:27.126" v="3150" actId="2710"/>
          <ac:spMkLst>
            <pc:docMk/>
            <pc:sldMk cId="3895287152" sldId="278"/>
            <ac:spMk id="11" creationId="{D0714D37-35CF-A7B3-99DB-7883898F91BC}"/>
          </ac:spMkLst>
        </pc:spChg>
        <pc:picChg chg="del mod ord">
          <ac:chgData name="MANOJ PRABHAKAR" userId="a11cc0ecdd8a15be" providerId="LiveId" clId="{453EE6C8-E2DD-4EE4-A6A7-169A6EC9A313}" dt="2026-04-27T05:35:43.829" v="2825" actId="21"/>
          <ac:picMkLst>
            <pc:docMk/>
            <pc:sldMk cId="3895287152" sldId="278"/>
            <ac:picMk id="13" creationId="{AB1925DD-6620-50BC-BFBB-43192A68B833}"/>
          </ac:picMkLst>
        </pc:picChg>
      </pc:sldChg>
      <pc:sldChg chg="addSp delSp modSp add del mod">
        <pc:chgData name="MANOJ PRABHAKAR" userId="a11cc0ecdd8a15be" providerId="LiveId" clId="{453EE6C8-E2DD-4EE4-A6A7-169A6EC9A313}" dt="2026-04-27T06:32:01.612" v="3523" actId="2696"/>
        <pc:sldMkLst>
          <pc:docMk/>
          <pc:sldMk cId="489623506" sldId="279"/>
        </pc:sldMkLst>
        <pc:spChg chg="mod">
          <ac:chgData name="MANOJ PRABHAKAR" userId="a11cc0ecdd8a15be" providerId="LiveId" clId="{453EE6C8-E2DD-4EE4-A6A7-169A6EC9A313}" dt="2026-04-27T06:16:07.736" v="3402" actId="14100"/>
          <ac:spMkLst>
            <pc:docMk/>
            <pc:sldMk cId="489623506" sldId="279"/>
            <ac:spMk id="2" creationId="{CC412BB2-B036-5477-0D74-143F6C0F478E}"/>
          </ac:spMkLst>
        </pc:spChg>
        <pc:spChg chg="add mod">
          <ac:chgData name="MANOJ PRABHAKAR" userId="a11cc0ecdd8a15be" providerId="LiveId" clId="{453EE6C8-E2DD-4EE4-A6A7-169A6EC9A313}" dt="2026-04-27T06:18:01.214" v="3425" actId="2710"/>
          <ac:spMkLst>
            <pc:docMk/>
            <pc:sldMk cId="489623506" sldId="279"/>
            <ac:spMk id="3" creationId="{499E81E3-6B3F-2C2D-8F02-C01CD54FB912}"/>
          </ac:spMkLst>
        </pc:spChg>
        <pc:spChg chg="del">
          <ac:chgData name="MANOJ PRABHAKAR" userId="a11cc0ecdd8a15be" providerId="LiveId" clId="{453EE6C8-E2DD-4EE4-A6A7-169A6EC9A313}" dt="2026-04-27T06:16:16.202" v="3404" actId="21"/>
          <ac:spMkLst>
            <pc:docMk/>
            <pc:sldMk cId="489623506" sldId="279"/>
            <ac:spMk id="7" creationId="{DB4C3F12-678C-EAC7-6649-6C92602A354A}"/>
          </ac:spMkLst>
        </pc:spChg>
        <pc:spChg chg="del">
          <ac:chgData name="MANOJ PRABHAKAR" userId="a11cc0ecdd8a15be" providerId="LiveId" clId="{453EE6C8-E2DD-4EE4-A6A7-169A6EC9A313}" dt="2026-04-27T06:16:13.526" v="3403" actId="21"/>
          <ac:spMkLst>
            <pc:docMk/>
            <pc:sldMk cId="489623506" sldId="279"/>
            <ac:spMk id="8" creationId="{2E1CCDFF-01F2-E6FF-2EF9-2A35357CBAA9}"/>
          </ac:spMkLst>
        </pc:spChg>
        <pc:spChg chg="del mod">
          <ac:chgData name="MANOJ PRABHAKAR" userId="a11cc0ecdd8a15be" providerId="LiveId" clId="{453EE6C8-E2DD-4EE4-A6A7-169A6EC9A313}" dt="2026-04-27T06:16:30.737" v="3406" actId="21"/>
          <ac:spMkLst>
            <pc:docMk/>
            <pc:sldMk cId="489623506" sldId="279"/>
            <ac:spMk id="9" creationId="{CE336E62-1729-93E2-1BF7-90BA0235A89F}"/>
          </ac:spMkLst>
        </pc:spChg>
        <pc:spChg chg="del">
          <ac:chgData name="MANOJ PRABHAKAR" userId="a11cc0ecdd8a15be" providerId="LiveId" clId="{453EE6C8-E2DD-4EE4-A6A7-169A6EC9A313}" dt="2026-04-27T06:16:33.347" v="3407" actId="21"/>
          <ac:spMkLst>
            <pc:docMk/>
            <pc:sldMk cId="489623506" sldId="279"/>
            <ac:spMk id="11" creationId="{3975FB12-8653-A190-CB3D-592E41D0A03C}"/>
          </ac:spMkLst>
        </pc:spChg>
      </pc:sldChg>
      <pc:sldChg chg="addSp delSp modSp add mod">
        <pc:chgData name="MANOJ PRABHAKAR" userId="a11cc0ecdd8a15be" providerId="LiveId" clId="{453EE6C8-E2DD-4EE4-A6A7-169A6EC9A313}" dt="2026-04-27T06:42:55.346" v="3646" actId="207"/>
        <pc:sldMkLst>
          <pc:docMk/>
          <pc:sldMk cId="2073439050" sldId="280"/>
        </pc:sldMkLst>
        <pc:spChg chg="mod">
          <ac:chgData name="MANOJ PRABHAKAR" userId="a11cc0ecdd8a15be" providerId="LiveId" clId="{453EE6C8-E2DD-4EE4-A6A7-169A6EC9A313}" dt="2026-04-27T05:49:48.809" v="3165"/>
          <ac:spMkLst>
            <pc:docMk/>
            <pc:sldMk cId="2073439050" sldId="280"/>
            <ac:spMk id="2" creationId="{BB6ECDE5-28C1-4678-88F0-865EFA2035CA}"/>
          </ac:spMkLst>
        </pc:spChg>
        <pc:spChg chg="add del mod">
          <ac:chgData name="MANOJ PRABHAKAR" userId="a11cc0ecdd8a15be" providerId="LiveId" clId="{453EE6C8-E2DD-4EE4-A6A7-169A6EC9A313}" dt="2026-04-27T05:53:09.881" v="3202" actId="21"/>
          <ac:spMkLst>
            <pc:docMk/>
            <pc:sldMk cId="2073439050" sldId="280"/>
            <ac:spMk id="6" creationId="{EB1C221E-31C6-670F-AD04-9E6DF8915AA9}"/>
          </ac:spMkLst>
        </pc:spChg>
        <pc:spChg chg="add del">
          <ac:chgData name="MANOJ PRABHAKAR" userId="a11cc0ecdd8a15be" providerId="LiveId" clId="{453EE6C8-E2DD-4EE4-A6A7-169A6EC9A313}" dt="2026-04-27T05:56:20.493" v="3224" actId="22"/>
          <ac:spMkLst>
            <pc:docMk/>
            <pc:sldMk cId="2073439050" sldId="280"/>
            <ac:spMk id="8" creationId="{225BCEBC-1669-3BD9-31F2-63DBAECEFE41}"/>
          </ac:spMkLst>
        </pc:spChg>
        <pc:spChg chg="mod">
          <ac:chgData name="MANOJ PRABHAKAR" userId="a11cc0ecdd8a15be" providerId="LiveId" clId="{453EE6C8-E2DD-4EE4-A6A7-169A6EC9A313}" dt="2026-04-27T06:42:55.346" v="3646" actId="207"/>
          <ac:spMkLst>
            <pc:docMk/>
            <pc:sldMk cId="2073439050" sldId="280"/>
            <ac:spMk id="10" creationId="{C3267303-F2F3-4474-7758-F9103980F436}"/>
          </ac:spMkLst>
        </pc:spChg>
        <pc:picChg chg="add mod modCrop">
          <ac:chgData name="MANOJ PRABHAKAR" userId="a11cc0ecdd8a15be" providerId="LiveId" clId="{453EE6C8-E2DD-4EE4-A6A7-169A6EC9A313}" dt="2026-04-27T05:55:46.424" v="3221" actId="1076"/>
          <ac:picMkLst>
            <pc:docMk/>
            <pc:sldMk cId="2073439050" sldId="280"/>
            <ac:picMk id="4" creationId="{D0F5C879-56A0-5175-FA2E-DD28DF7F19CC}"/>
          </ac:picMkLst>
        </pc:picChg>
        <pc:picChg chg="del">
          <ac:chgData name="MANOJ PRABHAKAR" userId="a11cc0ecdd8a15be" providerId="LiveId" clId="{453EE6C8-E2DD-4EE4-A6A7-169A6EC9A313}" dt="2026-04-27T05:52:56.308" v="3200" actId="21"/>
          <ac:picMkLst>
            <pc:docMk/>
            <pc:sldMk cId="2073439050" sldId="280"/>
            <ac:picMk id="13" creationId="{D0EF0554-0FA6-A92E-454B-4A2EC0459EC4}"/>
          </ac:picMkLst>
        </pc:picChg>
      </pc:sldChg>
      <pc:sldChg chg="add del">
        <pc:chgData name="MANOJ PRABHAKAR" userId="a11cc0ecdd8a15be" providerId="LiveId" clId="{453EE6C8-E2DD-4EE4-A6A7-169A6EC9A313}" dt="2026-04-27T05:48:30.118" v="3160"/>
        <pc:sldMkLst>
          <pc:docMk/>
          <pc:sldMk cId="2505795694" sldId="280"/>
        </pc:sldMkLst>
      </pc:sldChg>
      <pc:sldChg chg="modSp add mod">
        <pc:chgData name="MANOJ PRABHAKAR" userId="a11cc0ecdd8a15be" providerId="LiveId" clId="{453EE6C8-E2DD-4EE4-A6A7-169A6EC9A313}" dt="2026-04-27T06:42:49.214" v="3645" actId="207"/>
        <pc:sldMkLst>
          <pc:docMk/>
          <pc:sldMk cId="558003399" sldId="281"/>
        </pc:sldMkLst>
        <pc:spChg chg="mod">
          <ac:chgData name="MANOJ PRABHAKAR" userId="a11cc0ecdd8a15be" providerId="LiveId" clId="{453EE6C8-E2DD-4EE4-A6A7-169A6EC9A313}" dt="2026-04-27T05:57:37.409" v="3228" actId="14100"/>
          <ac:spMkLst>
            <pc:docMk/>
            <pc:sldMk cId="558003399" sldId="281"/>
            <ac:spMk id="2" creationId="{67D56CD3-0750-FD07-E124-8C8FE490A589}"/>
          </ac:spMkLst>
        </pc:spChg>
        <pc:spChg chg="mod">
          <ac:chgData name="MANOJ PRABHAKAR" userId="a11cc0ecdd8a15be" providerId="LiveId" clId="{453EE6C8-E2DD-4EE4-A6A7-169A6EC9A313}" dt="2026-04-27T06:42:49.214" v="3645" actId="207"/>
          <ac:spMkLst>
            <pc:docMk/>
            <pc:sldMk cId="558003399" sldId="281"/>
            <ac:spMk id="10" creationId="{5D9D3E99-97A4-9EFE-E262-443B935A8517}"/>
          </ac:spMkLst>
        </pc:spChg>
        <pc:picChg chg="mod modCrop">
          <ac:chgData name="MANOJ PRABHAKAR" userId="a11cc0ecdd8a15be" providerId="LiveId" clId="{453EE6C8-E2DD-4EE4-A6A7-169A6EC9A313}" dt="2026-04-27T06:03:50.185" v="3290" actId="14100"/>
          <ac:picMkLst>
            <pc:docMk/>
            <pc:sldMk cId="558003399" sldId="281"/>
            <ac:picMk id="4" creationId="{E07E496C-96A6-2A6D-516C-6CECFB01E5E9}"/>
          </ac:picMkLst>
        </pc:picChg>
      </pc:sldChg>
      <pc:sldChg chg="addSp delSp modSp add mod">
        <pc:chgData name="MANOJ PRABHAKAR" userId="a11cc0ecdd8a15be" providerId="LiveId" clId="{453EE6C8-E2DD-4EE4-A6A7-169A6EC9A313}" dt="2026-04-27T06:42:41.178" v="3644" actId="207"/>
        <pc:sldMkLst>
          <pc:docMk/>
          <pc:sldMk cId="3509144987" sldId="282"/>
        </pc:sldMkLst>
        <pc:spChg chg="mod">
          <ac:chgData name="MANOJ PRABHAKAR" userId="a11cc0ecdd8a15be" providerId="LiveId" clId="{453EE6C8-E2DD-4EE4-A6A7-169A6EC9A313}" dt="2026-04-27T06:05:23.542" v="3295" actId="14100"/>
          <ac:spMkLst>
            <pc:docMk/>
            <pc:sldMk cId="3509144987" sldId="282"/>
            <ac:spMk id="2" creationId="{678D2817-C76D-E517-3BFA-FCEC7337C48D}"/>
          </ac:spMkLst>
        </pc:spChg>
        <pc:spChg chg="mod">
          <ac:chgData name="MANOJ PRABHAKAR" userId="a11cc0ecdd8a15be" providerId="LiveId" clId="{453EE6C8-E2DD-4EE4-A6A7-169A6EC9A313}" dt="2026-04-27T06:42:41.178" v="3644" actId="207"/>
          <ac:spMkLst>
            <pc:docMk/>
            <pc:sldMk cId="3509144987" sldId="282"/>
            <ac:spMk id="10" creationId="{B906C16E-3626-9A26-3788-18AB003814AA}"/>
          </ac:spMkLst>
        </pc:spChg>
        <pc:picChg chg="del">
          <ac:chgData name="MANOJ PRABHAKAR" userId="a11cc0ecdd8a15be" providerId="LiveId" clId="{453EE6C8-E2DD-4EE4-A6A7-169A6EC9A313}" dt="2026-04-27T06:07:10.409" v="3322" actId="21"/>
          <ac:picMkLst>
            <pc:docMk/>
            <pc:sldMk cId="3509144987" sldId="282"/>
            <ac:picMk id="4" creationId="{042D5280-772A-FA69-69F9-9B5F267A49CD}"/>
          </ac:picMkLst>
        </pc:picChg>
        <pc:picChg chg="add mod">
          <ac:chgData name="MANOJ PRABHAKAR" userId="a11cc0ecdd8a15be" providerId="LiveId" clId="{453EE6C8-E2DD-4EE4-A6A7-169A6EC9A313}" dt="2026-04-27T06:08:49.203" v="3349" actId="14100"/>
          <ac:picMkLst>
            <pc:docMk/>
            <pc:sldMk cId="3509144987" sldId="282"/>
            <ac:picMk id="5" creationId="{BC241D94-AF5E-D587-EB49-0E5351159083}"/>
          </ac:picMkLst>
        </pc:picChg>
      </pc:sldChg>
      <pc:sldChg chg="addSp delSp modSp add mod">
        <pc:chgData name="MANOJ PRABHAKAR" userId="a11cc0ecdd8a15be" providerId="LiveId" clId="{453EE6C8-E2DD-4EE4-A6A7-169A6EC9A313}" dt="2026-04-27T06:42:35.400" v="3643" actId="207"/>
        <pc:sldMkLst>
          <pc:docMk/>
          <pc:sldMk cId="2999321257" sldId="283"/>
        </pc:sldMkLst>
        <pc:spChg chg="mod">
          <ac:chgData name="MANOJ PRABHAKAR" userId="a11cc0ecdd8a15be" providerId="LiveId" clId="{453EE6C8-E2DD-4EE4-A6A7-169A6EC9A313}" dt="2026-04-27T06:13:27.811" v="3382" actId="1076"/>
          <ac:spMkLst>
            <pc:docMk/>
            <pc:sldMk cId="2999321257" sldId="283"/>
            <ac:spMk id="2" creationId="{2EC9E207-E0C5-409E-3FE0-4FFFE676BAB9}"/>
          </ac:spMkLst>
        </pc:spChg>
        <pc:spChg chg="mod">
          <ac:chgData name="MANOJ PRABHAKAR" userId="a11cc0ecdd8a15be" providerId="LiveId" clId="{453EE6C8-E2DD-4EE4-A6A7-169A6EC9A313}" dt="2026-04-27T06:42:35.400" v="3643" actId="207"/>
          <ac:spMkLst>
            <pc:docMk/>
            <pc:sldMk cId="2999321257" sldId="283"/>
            <ac:spMk id="10" creationId="{B264C804-9F59-38D3-88B0-CC377FDAB996}"/>
          </ac:spMkLst>
        </pc:spChg>
        <pc:picChg chg="add mod">
          <ac:chgData name="MANOJ PRABHAKAR" userId="a11cc0ecdd8a15be" providerId="LiveId" clId="{453EE6C8-E2DD-4EE4-A6A7-169A6EC9A313}" dt="2026-04-27T06:15:46.253" v="3399" actId="14100"/>
          <ac:picMkLst>
            <pc:docMk/>
            <pc:sldMk cId="2999321257" sldId="283"/>
            <ac:picMk id="4" creationId="{EA61899F-058D-8AC7-BD86-16058FF2C4C1}"/>
          </ac:picMkLst>
        </pc:picChg>
        <pc:picChg chg="del">
          <ac:chgData name="MANOJ PRABHAKAR" userId="a11cc0ecdd8a15be" providerId="LiveId" clId="{453EE6C8-E2DD-4EE4-A6A7-169A6EC9A313}" dt="2026-04-27T06:12:31.841" v="3375" actId="21"/>
          <ac:picMkLst>
            <pc:docMk/>
            <pc:sldMk cId="2999321257" sldId="283"/>
            <ac:picMk id="5" creationId="{49F7AAB8-E40A-9AAD-8F95-35AB9AF937C5}"/>
          </ac:picMkLst>
        </pc:picChg>
      </pc:sldChg>
      <pc:sldChg chg="addSp delSp modSp add mod">
        <pc:chgData name="MANOJ PRABHAKAR" userId="a11cc0ecdd8a15be" providerId="LiveId" clId="{453EE6C8-E2DD-4EE4-A6A7-169A6EC9A313}" dt="2026-04-28T05:27:57.618" v="3722" actId="1076"/>
        <pc:sldMkLst>
          <pc:docMk/>
          <pc:sldMk cId="2855664960" sldId="284"/>
        </pc:sldMkLst>
        <pc:spChg chg="mod">
          <ac:chgData name="MANOJ PRABHAKAR" userId="a11cc0ecdd8a15be" providerId="LiveId" clId="{453EE6C8-E2DD-4EE4-A6A7-169A6EC9A313}" dt="2026-04-27T06:21:13.124" v="3449" actId="113"/>
          <ac:spMkLst>
            <pc:docMk/>
            <pc:sldMk cId="2855664960" sldId="284"/>
            <ac:spMk id="2" creationId="{75E7EC5F-0663-08FC-4BD3-5071CBCDFDCF}"/>
          </ac:spMkLst>
        </pc:spChg>
        <pc:spChg chg="mod">
          <ac:chgData name="MANOJ PRABHAKAR" userId="a11cc0ecdd8a15be" providerId="LiveId" clId="{453EE6C8-E2DD-4EE4-A6A7-169A6EC9A313}" dt="2026-04-27T06:42:28.067" v="3642" actId="207"/>
          <ac:spMkLst>
            <pc:docMk/>
            <pc:sldMk cId="2855664960" sldId="284"/>
            <ac:spMk id="10" creationId="{D19EE020-4332-065B-911F-130B024549AE}"/>
          </ac:spMkLst>
        </pc:spChg>
        <pc:picChg chg="del mod modCrop">
          <ac:chgData name="MANOJ PRABHAKAR" userId="a11cc0ecdd8a15be" providerId="LiveId" clId="{453EE6C8-E2DD-4EE4-A6A7-169A6EC9A313}" dt="2026-04-28T05:27:29.613" v="3715" actId="21"/>
          <ac:picMkLst>
            <pc:docMk/>
            <pc:sldMk cId="2855664960" sldId="284"/>
            <ac:picMk id="4" creationId="{B2CD4251-E60E-124C-4FBC-CBED2E23124F}"/>
          </ac:picMkLst>
        </pc:picChg>
        <pc:picChg chg="add mod">
          <ac:chgData name="MANOJ PRABHAKAR" userId="a11cc0ecdd8a15be" providerId="LiveId" clId="{453EE6C8-E2DD-4EE4-A6A7-169A6EC9A313}" dt="2026-04-28T05:27:57.618" v="3722" actId="1076"/>
          <ac:picMkLst>
            <pc:docMk/>
            <pc:sldMk cId="2855664960" sldId="284"/>
            <ac:picMk id="5" creationId="{CB54266E-0C73-9732-6030-C9830B7199C9}"/>
          </ac:picMkLst>
        </pc:picChg>
      </pc:sldChg>
      <pc:sldChg chg="addSp delSp modSp new mod">
        <pc:chgData name="MANOJ PRABHAKAR" userId="a11cc0ecdd8a15be" providerId="LiveId" clId="{453EE6C8-E2DD-4EE4-A6A7-169A6EC9A313}" dt="2026-04-28T05:31:14.699" v="3756" actId="1037"/>
        <pc:sldMkLst>
          <pc:docMk/>
          <pc:sldMk cId="1657396545" sldId="285"/>
        </pc:sldMkLst>
        <pc:spChg chg="mod">
          <ac:chgData name="MANOJ PRABHAKAR" userId="a11cc0ecdd8a15be" providerId="LiveId" clId="{453EE6C8-E2DD-4EE4-A6A7-169A6EC9A313}" dt="2026-04-27T06:29:15.465" v="3509" actId="14100"/>
          <ac:spMkLst>
            <pc:docMk/>
            <pc:sldMk cId="1657396545" sldId="285"/>
            <ac:spMk id="2" creationId="{3FFE6988-CBE1-DC97-396D-C4D8F3D47D44}"/>
          </ac:spMkLst>
        </pc:spChg>
        <pc:spChg chg="mod">
          <ac:chgData name="MANOJ PRABHAKAR" userId="a11cc0ecdd8a15be" providerId="LiveId" clId="{453EE6C8-E2DD-4EE4-A6A7-169A6EC9A313}" dt="2026-04-27T06:30:49.734" v="3522" actId="12"/>
          <ac:spMkLst>
            <pc:docMk/>
            <pc:sldMk cId="1657396545" sldId="285"/>
            <ac:spMk id="3" creationId="{22673A27-0186-B0EC-BDEE-AC76F05B27FE}"/>
          </ac:spMkLst>
        </pc:spChg>
        <pc:spChg chg="del">
          <ac:chgData name="MANOJ PRABHAKAR" userId="a11cc0ecdd8a15be" providerId="LiveId" clId="{453EE6C8-E2DD-4EE4-A6A7-169A6EC9A313}" dt="2026-04-27T06:26:11.284" v="3477" actId="931"/>
          <ac:spMkLst>
            <pc:docMk/>
            <pc:sldMk cId="1657396545" sldId="285"/>
            <ac:spMk id="4" creationId="{5DACB442-9FC8-DC34-A78F-BA1B0CC567BF}"/>
          </ac:spMkLst>
        </pc:spChg>
        <pc:spChg chg="del mod">
          <ac:chgData name="MANOJ PRABHAKAR" userId="a11cc0ecdd8a15be" providerId="LiveId" clId="{453EE6C8-E2DD-4EE4-A6A7-169A6EC9A313}" dt="2026-04-27T06:28:12.879" v="3501" actId="21"/>
          <ac:spMkLst>
            <pc:docMk/>
            <pc:sldMk cId="1657396545" sldId="285"/>
            <ac:spMk id="5" creationId="{02103A9D-9F74-BF81-8600-70968CBB5087}"/>
          </ac:spMkLst>
        </pc:spChg>
        <pc:spChg chg="del">
          <ac:chgData name="MANOJ PRABHAKAR" userId="a11cc0ecdd8a15be" providerId="LiveId" clId="{453EE6C8-E2DD-4EE4-A6A7-169A6EC9A313}" dt="2026-04-27T06:26:20.331" v="3478" actId="931"/>
          <ac:spMkLst>
            <pc:docMk/>
            <pc:sldMk cId="1657396545" sldId="285"/>
            <ac:spMk id="6" creationId="{C2F614FD-1832-C2D8-83EB-7F6E73D2FCC4}"/>
          </ac:spMkLst>
        </pc:spChg>
        <pc:spChg chg="add del mod">
          <ac:chgData name="MANOJ PRABHAKAR" userId="a11cc0ecdd8a15be" providerId="LiveId" clId="{453EE6C8-E2DD-4EE4-A6A7-169A6EC9A313}" dt="2026-04-28T05:29:31.183" v="3733" actId="21"/>
          <ac:spMkLst>
            <pc:docMk/>
            <pc:sldMk cId="1657396545" sldId="285"/>
            <ac:spMk id="7" creationId="{5920E3FE-5797-3F05-A672-00EC09E1F984}"/>
          </ac:spMkLst>
        </pc:spChg>
        <pc:spChg chg="add del mod">
          <ac:chgData name="MANOJ PRABHAKAR" userId="a11cc0ecdd8a15be" providerId="LiveId" clId="{453EE6C8-E2DD-4EE4-A6A7-169A6EC9A313}" dt="2026-04-28T05:30:59.320" v="3743" actId="21"/>
          <ac:spMkLst>
            <pc:docMk/>
            <pc:sldMk cId="1657396545" sldId="285"/>
            <ac:spMk id="13" creationId="{CF36F44C-CEAA-ECBD-84E9-801020DF7129}"/>
          </ac:spMkLst>
        </pc:spChg>
        <pc:picChg chg="add del mod">
          <ac:chgData name="MANOJ PRABHAKAR" userId="a11cc0ecdd8a15be" providerId="LiveId" clId="{453EE6C8-E2DD-4EE4-A6A7-169A6EC9A313}" dt="2026-04-28T05:29:22.898" v="3732" actId="21"/>
          <ac:picMkLst>
            <pc:docMk/>
            <pc:sldMk cId="1657396545" sldId="285"/>
            <ac:picMk id="5" creationId="{B047F89B-94E2-49DB-A30C-91E356B12C4C}"/>
          </ac:picMkLst>
        </pc:picChg>
        <pc:picChg chg="add del mod modCrop">
          <ac:chgData name="MANOJ PRABHAKAR" userId="a11cc0ecdd8a15be" providerId="LiveId" clId="{453EE6C8-E2DD-4EE4-A6A7-169A6EC9A313}" dt="2026-04-28T05:29:09.205" v="3729" actId="21"/>
          <ac:picMkLst>
            <pc:docMk/>
            <pc:sldMk cId="1657396545" sldId="285"/>
            <ac:picMk id="8" creationId="{965E6A8B-55AF-976C-B548-B6EBAFAFDB32}"/>
          </ac:picMkLst>
        </pc:picChg>
        <pc:picChg chg="add del mod modCrop">
          <ac:chgData name="MANOJ PRABHAKAR" userId="a11cc0ecdd8a15be" providerId="LiveId" clId="{453EE6C8-E2DD-4EE4-A6A7-169A6EC9A313}" dt="2026-04-28T05:30:51.476" v="3742" actId="21"/>
          <ac:picMkLst>
            <pc:docMk/>
            <pc:sldMk cId="1657396545" sldId="285"/>
            <ac:picMk id="10" creationId="{71C92420-D598-C410-5B72-B60716E55CC8}"/>
          </ac:picMkLst>
        </pc:picChg>
        <pc:picChg chg="add mod">
          <ac:chgData name="MANOJ PRABHAKAR" userId="a11cc0ecdd8a15be" providerId="LiveId" clId="{453EE6C8-E2DD-4EE4-A6A7-169A6EC9A313}" dt="2026-04-28T05:31:14.699" v="3756" actId="1037"/>
          <ac:picMkLst>
            <pc:docMk/>
            <pc:sldMk cId="1657396545" sldId="285"/>
            <ac:picMk id="11" creationId="{7A924C08-70CC-AC75-725D-161086F487CC}"/>
          </ac:picMkLst>
        </pc:picChg>
      </pc:sldChg>
      <pc:sldChg chg="addSp delSp modSp add mod">
        <pc:chgData name="MANOJ PRABHAKAR" userId="a11cc0ecdd8a15be" providerId="LiveId" clId="{453EE6C8-E2DD-4EE4-A6A7-169A6EC9A313}" dt="2026-04-28T05:42:59.255" v="3848" actId="2710"/>
        <pc:sldMkLst>
          <pc:docMk/>
          <pc:sldMk cId="543659330" sldId="286"/>
        </pc:sldMkLst>
        <pc:spChg chg="mod">
          <ac:chgData name="MANOJ PRABHAKAR" userId="a11cc0ecdd8a15be" providerId="LiveId" clId="{453EE6C8-E2DD-4EE4-A6A7-169A6EC9A313}" dt="2026-04-28T05:35:41.727" v="3762" actId="1076"/>
          <ac:spMkLst>
            <pc:docMk/>
            <pc:sldMk cId="543659330" sldId="286"/>
            <ac:spMk id="2" creationId="{D8A86D2E-4DD0-CA64-EC3F-400FC91A063A}"/>
          </ac:spMkLst>
        </pc:spChg>
        <pc:spChg chg="mod">
          <ac:chgData name="MANOJ PRABHAKAR" userId="a11cc0ecdd8a15be" providerId="LiveId" clId="{453EE6C8-E2DD-4EE4-A6A7-169A6EC9A313}" dt="2026-04-28T05:41:32.465" v="3826" actId="21"/>
          <ac:spMkLst>
            <pc:docMk/>
            <pc:sldMk cId="543659330" sldId="286"/>
            <ac:spMk id="3" creationId="{AC5BA5D3-B013-652B-4319-8747F571FD61}"/>
          </ac:spMkLst>
        </pc:spChg>
        <pc:spChg chg="mod">
          <ac:chgData name="MANOJ PRABHAKAR" userId="a11cc0ecdd8a15be" providerId="LiveId" clId="{453EE6C8-E2DD-4EE4-A6A7-169A6EC9A313}" dt="2026-04-28T05:37:17.431" v="3798" actId="1076"/>
          <ac:spMkLst>
            <pc:docMk/>
            <pc:sldMk cId="543659330" sldId="286"/>
            <ac:spMk id="6" creationId="{1E5B7577-68D5-5B56-7191-7438046C2E76}"/>
          </ac:spMkLst>
        </pc:spChg>
        <pc:spChg chg="del mod">
          <ac:chgData name="MANOJ PRABHAKAR" userId="a11cc0ecdd8a15be" providerId="LiveId" clId="{453EE6C8-E2DD-4EE4-A6A7-169A6EC9A313}" dt="2026-04-28T05:37:11.423" v="3797" actId="21"/>
          <ac:spMkLst>
            <pc:docMk/>
            <pc:sldMk cId="543659330" sldId="286"/>
            <ac:spMk id="7" creationId="{F0AB9ADF-8DDD-6376-9CEC-F5F7F3906431}"/>
          </ac:spMkLst>
        </pc:spChg>
        <pc:spChg chg="add del mod">
          <ac:chgData name="MANOJ PRABHAKAR" userId="a11cc0ecdd8a15be" providerId="LiveId" clId="{453EE6C8-E2DD-4EE4-A6A7-169A6EC9A313}" dt="2026-04-28T05:42:59.255" v="3848" actId="2710"/>
          <ac:spMkLst>
            <pc:docMk/>
            <pc:sldMk cId="543659330" sldId="286"/>
            <ac:spMk id="11" creationId="{CF4E7FC0-B283-C5FC-B4CA-F8DA3EA44FFD}"/>
          </ac:spMkLst>
        </pc:spChg>
        <pc:spChg chg="add">
          <ac:chgData name="MANOJ PRABHAKAR" userId="a11cc0ecdd8a15be" providerId="LiveId" clId="{453EE6C8-E2DD-4EE4-A6A7-169A6EC9A313}" dt="2026-04-28T05:42:09.981" v="3838"/>
          <ac:spMkLst>
            <pc:docMk/>
            <pc:sldMk cId="543659330" sldId="286"/>
            <ac:spMk id="12" creationId="{684FCBC0-DA35-E6DD-933F-EEC972803B5D}"/>
          </ac:spMkLst>
        </pc:spChg>
        <pc:picChg chg="add del">
          <ac:chgData name="MANOJ PRABHAKAR" userId="a11cc0ecdd8a15be" providerId="LiveId" clId="{453EE6C8-E2DD-4EE4-A6A7-169A6EC9A313}" dt="2026-04-28T05:38:45.099" v="3805" actId="22"/>
          <ac:picMkLst>
            <pc:docMk/>
            <pc:sldMk cId="543659330" sldId="286"/>
            <ac:picMk id="5" creationId="{0C7DB235-5B33-96B6-A93A-03E595D28603}"/>
          </ac:picMkLst>
        </pc:picChg>
        <pc:picChg chg="add mod">
          <ac:chgData name="MANOJ PRABHAKAR" userId="a11cc0ecdd8a15be" providerId="LiveId" clId="{453EE6C8-E2DD-4EE4-A6A7-169A6EC9A313}" dt="2026-04-28T05:41:04.138" v="3824" actId="14100"/>
          <ac:picMkLst>
            <pc:docMk/>
            <pc:sldMk cId="543659330" sldId="286"/>
            <ac:picMk id="9" creationId="{7F83A371-CDED-2D8C-F70A-1B1D61D5F39A}"/>
          </ac:picMkLst>
        </pc:picChg>
        <pc:picChg chg="del">
          <ac:chgData name="MANOJ PRABHAKAR" userId="a11cc0ecdd8a15be" providerId="LiveId" clId="{453EE6C8-E2DD-4EE4-A6A7-169A6EC9A313}" dt="2026-04-28T05:35:28.256" v="3759" actId="21"/>
          <ac:picMkLst>
            <pc:docMk/>
            <pc:sldMk cId="543659330" sldId="286"/>
            <ac:picMk id="10" creationId="{CFC832D9-9BF6-D2D5-BECF-BF0748EAB7DF}"/>
          </ac:picMkLst>
        </pc:picChg>
      </pc:sldChg>
      <pc:sldChg chg="addSp delSp modSp add mod">
        <pc:chgData name="MANOJ PRABHAKAR" userId="a11cc0ecdd8a15be" providerId="LiveId" clId="{453EE6C8-E2DD-4EE4-A6A7-169A6EC9A313}" dt="2026-04-28T06:27:26.691" v="3913" actId="22"/>
        <pc:sldMkLst>
          <pc:docMk/>
          <pc:sldMk cId="2011638956" sldId="287"/>
        </pc:sldMkLst>
        <pc:spChg chg="mod">
          <ac:chgData name="MANOJ PRABHAKAR" userId="a11cc0ecdd8a15be" providerId="LiveId" clId="{453EE6C8-E2DD-4EE4-A6A7-169A6EC9A313}" dt="2026-04-28T06:20:38.434" v="3863" actId="1076"/>
          <ac:spMkLst>
            <pc:docMk/>
            <pc:sldMk cId="2011638956" sldId="287"/>
            <ac:spMk id="2" creationId="{36E4588D-6AB0-A82D-5D14-5F4E6367406F}"/>
          </ac:spMkLst>
        </pc:spChg>
        <pc:spChg chg="add del mod">
          <ac:chgData name="MANOJ PRABHAKAR" userId="a11cc0ecdd8a15be" providerId="LiveId" clId="{453EE6C8-E2DD-4EE4-A6A7-169A6EC9A313}" dt="2026-04-28T06:21:38.556" v="3869" actId="21"/>
          <ac:spMkLst>
            <pc:docMk/>
            <pc:sldMk cId="2011638956" sldId="287"/>
            <ac:spMk id="3" creationId="{A6A7E08F-9021-F447-4374-BA69A8BE7801}"/>
          </ac:spMkLst>
        </pc:spChg>
        <pc:spChg chg="add del mod">
          <ac:chgData name="MANOJ PRABHAKAR" userId="a11cc0ecdd8a15be" providerId="LiveId" clId="{453EE6C8-E2DD-4EE4-A6A7-169A6EC9A313}" dt="2026-04-28T06:21:43.542" v="3870" actId="21"/>
          <ac:spMkLst>
            <pc:docMk/>
            <pc:sldMk cId="2011638956" sldId="287"/>
            <ac:spMk id="4" creationId="{AA5D1751-B571-F26C-BD59-121ABF27A349}"/>
          </ac:spMkLst>
        </pc:spChg>
        <pc:spChg chg="add mod">
          <ac:chgData name="MANOJ PRABHAKAR" userId="a11cc0ecdd8a15be" providerId="LiveId" clId="{453EE6C8-E2DD-4EE4-A6A7-169A6EC9A313}" dt="2026-04-28T06:26:16.221" v="3911" actId="1076"/>
          <ac:spMkLst>
            <pc:docMk/>
            <pc:sldMk cId="2011638956" sldId="287"/>
            <ac:spMk id="5" creationId="{99B62162-B033-4E23-BEFC-12270135ED2F}"/>
          </ac:spMkLst>
        </pc:spChg>
        <pc:spChg chg="add mod">
          <ac:chgData name="MANOJ PRABHAKAR" userId="a11cc0ecdd8a15be" providerId="LiveId" clId="{453EE6C8-E2DD-4EE4-A6A7-169A6EC9A313}" dt="2026-04-28T06:21:50.268" v="3872"/>
          <ac:spMkLst>
            <pc:docMk/>
            <pc:sldMk cId="2011638956" sldId="287"/>
            <ac:spMk id="6" creationId="{AA5D1751-B571-F26C-BD59-121ABF27A349}"/>
          </ac:spMkLst>
        </pc:spChg>
        <pc:spChg chg="add del mod">
          <ac:chgData name="MANOJ PRABHAKAR" userId="a11cc0ecdd8a15be" providerId="LiveId" clId="{453EE6C8-E2DD-4EE4-A6A7-169A6EC9A313}" dt="2026-04-28T06:25:24.620" v="3900" actId="21"/>
          <ac:spMkLst>
            <pc:docMk/>
            <pc:sldMk cId="2011638956" sldId="287"/>
            <ac:spMk id="7" creationId="{19540000-CC42-0835-B5FC-EE6DCF0A0C36}"/>
          </ac:spMkLst>
        </pc:spChg>
        <pc:spChg chg="add del">
          <ac:chgData name="MANOJ PRABHAKAR" userId="a11cc0ecdd8a15be" providerId="LiveId" clId="{453EE6C8-E2DD-4EE4-A6A7-169A6EC9A313}" dt="2026-04-28T06:27:26.691" v="3913" actId="22"/>
          <ac:spMkLst>
            <pc:docMk/>
            <pc:sldMk cId="2011638956" sldId="287"/>
            <ac:spMk id="9" creationId="{0B0C35DA-4C54-3A3E-2B8F-1580D68CDF0A}"/>
          </ac:spMkLst>
        </pc:spChg>
        <pc:spChg chg="del mod">
          <ac:chgData name="MANOJ PRABHAKAR" userId="a11cc0ecdd8a15be" providerId="LiveId" clId="{453EE6C8-E2DD-4EE4-A6A7-169A6EC9A313}" dt="2026-04-28T06:21:19.544" v="3866" actId="21"/>
          <ac:spMkLst>
            <pc:docMk/>
            <pc:sldMk cId="2011638956" sldId="287"/>
            <ac:spMk id="11" creationId="{AA5D1751-B571-F26C-BD59-121ABF27A349}"/>
          </ac:spMkLst>
        </pc:spChg>
      </pc:sldChg>
      <pc:sldChg chg="addSp delSp modSp add mod">
        <pc:chgData name="MANOJ PRABHAKAR" userId="a11cc0ecdd8a15be" providerId="LiveId" clId="{453EE6C8-E2DD-4EE4-A6A7-169A6EC9A313}" dt="2026-04-28T06:33:25.447" v="3972" actId="1076"/>
        <pc:sldMkLst>
          <pc:docMk/>
          <pc:sldMk cId="965291801" sldId="288"/>
        </pc:sldMkLst>
        <pc:spChg chg="mod">
          <ac:chgData name="MANOJ PRABHAKAR" userId="a11cc0ecdd8a15be" providerId="LiveId" clId="{453EE6C8-E2DD-4EE4-A6A7-169A6EC9A313}" dt="2026-04-28T06:27:43.374" v="3916"/>
          <ac:spMkLst>
            <pc:docMk/>
            <pc:sldMk cId="965291801" sldId="288"/>
            <ac:spMk id="2" creationId="{2CA2AB4C-E76E-DC7D-9579-5FE3F8460D3F}"/>
          </ac:spMkLst>
        </pc:spChg>
        <pc:spChg chg="add mod">
          <ac:chgData name="MANOJ PRABHAKAR" userId="a11cc0ecdd8a15be" providerId="LiveId" clId="{453EE6C8-E2DD-4EE4-A6A7-169A6EC9A313}" dt="2026-04-28T06:33:25.447" v="3972" actId="1076"/>
          <ac:spMkLst>
            <pc:docMk/>
            <pc:sldMk cId="965291801" sldId="288"/>
            <ac:spMk id="4" creationId="{25C6F31F-32C8-3C10-8420-BB10C7F4D75B}"/>
          </ac:spMkLst>
        </pc:spChg>
        <pc:spChg chg="del">
          <ac:chgData name="MANOJ PRABHAKAR" userId="a11cc0ecdd8a15be" providerId="LiveId" clId="{453EE6C8-E2DD-4EE4-A6A7-169A6EC9A313}" dt="2026-04-28T06:27:49.814" v="3917" actId="21"/>
          <ac:spMkLst>
            <pc:docMk/>
            <pc:sldMk cId="965291801" sldId="288"/>
            <ac:spMk id="5" creationId="{97C93828-7FFA-79C3-9EFF-B861BA12644D}"/>
          </ac:spMkLst>
        </pc:spChg>
        <pc:spChg chg="add">
          <ac:chgData name="MANOJ PRABHAKAR" userId="a11cc0ecdd8a15be" providerId="LiveId" clId="{453EE6C8-E2DD-4EE4-A6A7-169A6EC9A313}" dt="2026-04-28T06:32:25.271" v="3959"/>
          <ac:spMkLst>
            <pc:docMk/>
            <pc:sldMk cId="965291801" sldId="288"/>
            <ac:spMk id="6" creationId="{9E77835B-3F31-7A0B-89F1-4DCC7AD90308}"/>
          </ac:spMkLst>
        </pc:spChg>
        <pc:spChg chg="add mod">
          <ac:chgData name="MANOJ PRABHAKAR" userId="a11cc0ecdd8a15be" providerId="LiveId" clId="{453EE6C8-E2DD-4EE4-A6A7-169A6EC9A313}" dt="2026-04-28T06:33:18.418" v="3971" actId="207"/>
          <ac:spMkLst>
            <pc:docMk/>
            <pc:sldMk cId="965291801" sldId="288"/>
            <ac:spMk id="7" creationId="{D817FF79-EB09-DC7D-1ABF-39A9E53C7594}"/>
          </ac:spMkLst>
        </pc:spChg>
        <pc:graphicFrameChg chg="add mod modGraphic">
          <ac:chgData name="MANOJ PRABHAKAR" userId="a11cc0ecdd8a15be" providerId="LiveId" clId="{453EE6C8-E2DD-4EE4-A6A7-169A6EC9A313}" dt="2026-04-28T06:31:43.617" v="3957" actId="122"/>
          <ac:graphicFrameMkLst>
            <pc:docMk/>
            <pc:sldMk cId="965291801" sldId="288"/>
            <ac:graphicFrameMk id="3" creationId="{811905E7-E260-07E0-685B-254334CBC08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9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6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3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7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7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23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9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6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5015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963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0341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02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238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6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88D7-348D-4E77-817F-4F15D58EED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F0AF2DF-3295-4A2E-B808-B384A82FB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27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8127-0764-EC79-7742-38D9D45A6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600" b="1" dirty="0"/>
              <a:t>Supply Chain Analysis</a:t>
            </a:r>
            <a:endParaRPr lang="en-IN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2B4A4-928E-F736-0524-285E75BBE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336" y="4514445"/>
            <a:ext cx="4299666" cy="991409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600" dirty="0"/>
              <a:t>Name: S.Manoj Prabhakar</a:t>
            </a:r>
          </a:p>
          <a:p>
            <a:pPr algn="l">
              <a:lnSpc>
                <a:spcPct val="90000"/>
              </a:lnSpc>
            </a:pPr>
            <a:r>
              <a:rPr lang="en-US" sz="1600" dirty="0"/>
              <a:t>Course: CDA</a:t>
            </a:r>
          </a:p>
          <a:p>
            <a:pPr algn="l">
              <a:lnSpc>
                <a:spcPct val="90000"/>
              </a:lnSpc>
            </a:pPr>
            <a:r>
              <a:rPr lang="en-US" sz="1600" dirty="0"/>
              <a:t>Project-ID: CDACL-003-Supply Chain Analysis</a:t>
            </a:r>
            <a:endParaRPr lang="en-IN" sz="1600" dirty="0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84F09596-2EBC-A3A9-3C88-C3DFBA5B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40" r="-1" b="6288"/>
          <a:stretch>
            <a:fillRect/>
          </a:stretch>
        </p:blipFill>
        <p:spPr>
          <a:xfrm>
            <a:off x="888604" y="2373865"/>
            <a:ext cx="3765692" cy="211823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1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24D5F1-E168-12C7-D294-7A5D1A6F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69" y="283572"/>
            <a:ext cx="9033291" cy="93754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8EA8121-33D9-4C78-DC38-E79B86555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628" y="1514451"/>
            <a:ext cx="7060163" cy="82842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Supply chain management ensures smooth movement of goods from suppliers to customers.</a:t>
            </a:r>
            <a:endParaRPr lang="en-IN" dirty="0"/>
          </a:p>
        </p:txBody>
      </p:sp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38CC17D0-56AF-FD63-5E86-71A355266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5440" y="392698"/>
            <a:ext cx="1053127" cy="8284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529545-000D-2B2A-6949-CEB5F3C50022}"/>
              </a:ext>
            </a:extLst>
          </p:cNvPr>
          <p:cNvSpPr txBox="1"/>
          <p:nvPr/>
        </p:nvSpPr>
        <p:spPr>
          <a:xfrm>
            <a:off x="1673290" y="2276203"/>
            <a:ext cx="179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Key Functions: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93B98-79B2-0D49-26AB-EB410B4F4E3C}"/>
              </a:ext>
            </a:extLst>
          </p:cNvPr>
          <p:cNvSpPr txBox="1"/>
          <p:nvPr/>
        </p:nvSpPr>
        <p:spPr>
          <a:xfrm>
            <a:off x="2183363" y="2682858"/>
            <a:ext cx="48799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Procurement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Inventory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Supplier coordination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Transportation &amp; delivery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Quality control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Cost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C5F6D-79EF-8617-1FE9-491D7DDBCA8C}"/>
              </a:ext>
            </a:extLst>
          </p:cNvPr>
          <p:cNvSpPr txBox="1"/>
          <p:nvPr/>
        </p:nvSpPr>
        <p:spPr>
          <a:xfrm>
            <a:off x="1673290" y="4710976"/>
            <a:ext cx="75391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Why Analytics?</a:t>
            </a:r>
          </a:p>
          <a:p>
            <a:r>
              <a:rPr lang="en-US" dirty="0"/>
              <a:t>Businesses use data analytics to improve efficiency, reduce costs, and make better decisions.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F0"/>
                </a:solidFill>
              </a:rPr>
              <a:t>Project Focus:</a:t>
            </a:r>
          </a:p>
          <a:p>
            <a:r>
              <a:rPr lang="en-US" b="1" dirty="0"/>
              <a:t>Power BI, SQL, Python </a:t>
            </a:r>
            <a:r>
              <a:rPr lang="en-US" dirty="0"/>
              <a:t>for supply chain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13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6A8A-59A8-F939-E0FB-B8456FB64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38" y="365124"/>
            <a:ext cx="10515600" cy="831377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Problem Statement</a:t>
            </a:r>
          </a:p>
        </p:txBody>
      </p:sp>
      <p:pic>
        <p:nvPicPr>
          <p:cNvPr id="13" name="Graphic 12" descr="Warning with solid fill">
            <a:extLst>
              <a:ext uri="{FF2B5EF4-FFF2-40B4-BE49-F238E27FC236}">
                <a16:creationId xmlns:a16="http://schemas.microsoft.com/office/drawing/2014/main" id="{81828CC1-2E0F-7710-8A0E-42356917F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7236" y="443025"/>
            <a:ext cx="820366" cy="6755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BFA5D5-2AC4-866D-F7A3-E3294E440CEE}"/>
              </a:ext>
            </a:extLst>
          </p:cNvPr>
          <p:cNvSpPr txBox="1"/>
          <p:nvPr/>
        </p:nvSpPr>
        <p:spPr>
          <a:xfrm>
            <a:off x="1427584" y="1573280"/>
            <a:ext cx="7912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Supply chain businesses generate large volumes of operational data related to products, suppliers, inventory, shipping, and quality.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71182-734C-36D5-478F-A449226C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584" y="2355707"/>
            <a:ext cx="5943600" cy="4813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Without proper analysis, businesses struggle to identify: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A8C4D-1F0C-664D-5849-A8AAC39BA3B8}"/>
              </a:ext>
            </a:extLst>
          </p:cNvPr>
          <p:cNvSpPr txBox="1"/>
          <p:nvPr/>
        </p:nvSpPr>
        <p:spPr>
          <a:xfrm>
            <a:off x="1987419" y="2837073"/>
            <a:ext cx="4348431" cy="2534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High-performing product categories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Supplier delays and inefficiencies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Rising shipping costs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Inventory shortages or excess stock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Quality issues and defect rates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Revenue growth opportunities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7A4C3-3594-DEB6-EA22-30A1B7ABDE38}"/>
              </a:ext>
            </a:extLst>
          </p:cNvPr>
          <p:cNvSpPr txBox="1"/>
          <p:nvPr/>
        </p:nvSpPr>
        <p:spPr>
          <a:xfrm>
            <a:off x="1427584" y="5508381"/>
            <a:ext cx="791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Proposed Solution</a:t>
            </a:r>
          </a:p>
          <a:p>
            <a:r>
              <a:rPr lang="en-US" dirty="0"/>
              <a:t>Developed an interactive </a:t>
            </a:r>
            <a:r>
              <a:rPr lang="en-US" b="1" dirty="0"/>
              <a:t>Power BI dashboard </a:t>
            </a:r>
            <a:r>
              <a:rPr lang="en-US" dirty="0"/>
              <a:t>to track KPIs, compare performance, and generate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30144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A352BB-533B-F8BE-C8B3-DD3A1FED5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165" y="137195"/>
            <a:ext cx="7766936" cy="991809"/>
          </a:xfrm>
        </p:spPr>
        <p:txBody>
          <a:bodyPr/>
          <a:lstStyle/>
          <a:p>
            <a:pPr algn="ctr"/>
            <a:r>
              <a:rPr lang="en-US" b="1" dirty="0"/>
              <a:t>Objective</a:t>
            </a:r>
            <a:endParaRPr lang="en-IN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80080D2-BCFD-8FA2-A7F1-985B579F6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704" y="1432150"/>
            <a:ext cx="7898190" cy="801084"/>
          </a:xfrm>
        </p:spPr>
        <p:txBody>
          <a:bodyPr/>
          <a:lstStyle/>
          <a:p>
            <a:pPr algn="l"/>
            <a:r>
              <a:rPr lang="en-US" dirty="0"/>
              <a:t>This project aims to analyze supply chain data and develop an interactive Power BI dashboard for better business decisions.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682E2F-06B8-3CD6-5AE9-9045BB9FA483}"/>
              </a:ext>
            </a:extLst>
          </p:cNvPr>
          <p:cNvSpPr txBox="1"/>
          <p:nvPr/>
        </p:nvSpPr>
        <p:spPr>
          <a:xfrm>
            <a:off x="1698171" y="2419323"/>
            <a:ext cx="2621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B0F0"/>
                </a:solidFill>
              </a:rPr>
              <a:t>Specific Objectives: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0C2B0CC-D8EF-2096-E1BC-E0E1E1C7F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746" y="2819341"/>
            <a:ext cx="490113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Analyze revenue and sales performance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Compare product categories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Evaluate supplier performance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Monitor inventory levels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Analyze shipping and logistics costs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Track quality and defect rates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Generate actionable insights </a:t>
            </a:r>
          </a:p>
        </p:txBody>
      </p:sp>
    </p:spTree>
    <p:extLst>
      <p:ext uri="{BB962C8B-B14F-4D97-AF65-F5344CB8AC3E}">
        <p14:creationId xmlns:p14="http://schemas.microsoft.com/office/powerpoint/2010/main" val="215617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FAF4-AAFE-DBD7-4EC8-5E3F46E48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712" y="173919"/>
            <a:ext cx="8199120" cy="1085816"/>
          </a:xfrm>
        </p:spPr>
        <p:txBody>
          <a:bodyPr/>
          <a:lstStyle/>
          <a:p>
            <a:pPr algn="ctr"/>
            <a:r>
              <a:rPr lang="en-IN" b="1" dirty="0"/>
              <a:t>Dataset Description</a:t>
            </a:r>
          </a:p>
        </p:txBody>
      </p:sp>
      <p:pic>
        <p:nvPicPr>
          <p:cNvPr id="10" name="Graphic 9" descr="Database with solid fill">
            <a:extLst>
              <a:ext uri="{FF2B5EF4-FFF2-40B4-BE49-F238E27FC236}">
                <a16:creationId xmlns:a16="http://schemas.microsoft.com/office/drawing/2014/main" id="{D5472989-8E86-32F4-B8D9-35FB54B1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7367" y="432884"/>
            <a:ext cx="914400" cy="826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23641F-C0A7-D9FE-5D08-2ABCB51679B5}"/>
              </a:ext>
            </a:extLst>
          </p:cNvPr>
          <p:cNvSpPr txBox="1"/>
          <p:nvPr/>
        </p:nvSpPr>
        <p:spPr>
          <a:xfrm>
            <a:off x="1537367" y="1649329"/>
            <a:ext cx="7371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dataset includes supply chain information related to products, suppliers, inventory, shipping, and quality.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A18C3-0932-7BF7-F613-60945EA6631E}"/>
              </a:ext>
            </a:extLst>
          </p:cNvPr>
          <p:cNvSpPr txBox="1"/>
          <p:nvPr/>
        </p:nvSpPr>
        <p:spPr>
          <a:xfrm>
            <a:off x="1537367" y="2500588"/>
            <a:ext cx="2316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B0F0"/>
                </a:solidFill>
              </a:rPr>
              <a:t>Main Columns: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BE766-A38D-3E49-3C35-7F617066B901}"/>
              </a:ext>
            </a:extLst>
          </p:cNvPr>
          <p:cNvSpPr txBox="1"/>
          <p:nvPr/>
        </p:nvSpPr>
        <p:spPr>
          <a:xfrm>
            <a:off x="2591726" y="2821237"/>
            <a:ext cx="5423270" cy="381790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Product Type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Price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Revenue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Products Sold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Supplier Name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Stock Levels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Shipping Cost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Lead Time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Defect Rate %</a:t>
            </a:r>
          </a:p>
        </p:txBody>
      </p:sp>
    </p:spTree>
    <p:extLst>
      <p:ext uri="{BB962C8B-B14F-4D97-AF65-F5344CB8AC3E}">
        <p14:creationId xmlns:p14="http://schemas.microsoft.com/office/powerpoint/2010/main" val="2016785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C1723-C20E-FEB6-0A91-DFCDF088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6D2E-4DD0-CA64-EC3F-400FC91A0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381" y="77827"/>
            <a:ext cx="8199120" cy="1546865"/>
          </a:xfrm>
        </p:spPr>
        <p:txBody>
          <a:bodyPr/>
          <a:lstStyle/>
          <a:p>
            <a:pPr algn="ctr"/>
            <a:r>
              <a:rPr lang="en-IN" b="1" dirty="0"/>
              <a:t>Database Connection &amp; Data Extraction</a:t>
            </a:r>
            <a:r>
              <a:rPr lang="en-IN" dirty="0"/>
              <a:t> 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BA5D3-B013-652B-4319-8747F571FD61}"/>
              </a:ext>
            </a:extLst>
          </p:cNvPr>
          <p:cNvSpPr txBox="1"/>
          <p:nvPr/>
        </p:nvSpPr>
        <p:spPr>
          <a:xfrm>
            <a:off x="699796" y="2498226"/>
            <a:ext cx="468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SELECT * FROM supply_chain_data;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B7577-68D5-5B56-7191-7438046C2E76}"/>
              </a:ext>
            </a:extLst>
          </p:cNvPr>
          <p:cNvSpPr txBox="1"/>
          <p:nvPr/>
        </p:nvSpPr>
        <p:spPr>
          <a:xfrm>
            <a:off x="1528036" y="1624692"/>
            <a:ext cx="2316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B0F0"/>
                </a:solidFill>
              </a:rPr>
              <a:t>Content: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83A371-CDED-2D8C-F70A-1B1D61D5F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233" y="1809358"/>
            <a:ext cx="5458407" cy="4563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4E7FC0-B283-C5FC-B4CA-F8DA3EA44FFD}"/>
              </a:ext>
            </a:extLst>
          </p:cNvPr>
          <p:cNvSpPr txBox="1"/>
          <p:nvPr/>
        </p:nvSpPr>
        <p:spPr>
          <a:xfrm>
            <a:off x="877078" y="3023118"/>
            <a:ext cx="3704253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Connected to MySQL database successfully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Extracted supply chain records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Imported data into Power BI for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65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5A67-E011-9D22-D09D-1541B8B9B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791" y="331893"/>
            <a:ext cx="7766936" cy="927946"/>
          </a:xfrm>
        </p:spPr>
        <p:txBody>
          <a:bodyPr/>
          <a:lstStyle/>
          <a:p>
            <a:pPr algn="ctr"/>
            <a:r>
              <a:rPr lang="en-IN" b="1" dirty="0"/>
              <a:t>Tools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2D445-D4BC-4B31-4596-BA4950F95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3629" y="2407378"/>
            <a:ext cx="2922976" cy="447789"/>
          </a:xfrm>
        </p:spPr>
        <p:txBody>
          <a:bodyPr>
            <a:noAutofit/>
          </a:bodyPr>
          <a:lstStyle/>
          <a:p>
            <a:pPr algn="l"/>
            <a:r>
              <a:rPr lang="en-IN" sz="1900" b="1" dirty="0">
                <a:solidFill>
                  <a:srgbClr val="00B0F0"/>
                </a:solidFill>
              </a:rPr>
              <a:t>Tools and technologies: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34002-2A6A-E017-FD1E-387634B013D2}"/>
              </a:ext>
            </a:extLst>
          </p:cNvPr>
          <p:cNvSpPr txBox="1"/>
          <p:nvPr/>
        </p:nvSpPr>
        <p:spPr>
          <a:xfrm>
            <a:off x="2423473" y="2855167"/>
            <a:ext cx="6729234" cy="2534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+mj-lt"/>
              </a:rPr>
              <a:t>MySQL / phpMyAdmin</a:t>
            </a:r>
            <a:r>
              <a:rPr lang="en-US" altLang="en-US" dirty="0">
                <a:latin typeface="+mj-lt"/>
              </a:rPr>
              <a:t> – Database extraction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+mj-lt"/>
              </a:rPr>
              <a:t>Python</a:t>
            </a:r>
            <a:r>
              <a:rPr lang="en-US" altLang="en-US" dirty="0">
                <a:latin typeface="+mj-lt"/>
              </a:rPr>
              <a:t> – Exploratory Data Analysis (EDA)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+mj-lt"/>
              </a:rPr>
              <a:t>Matplotlib / Seaborn</a:t>
            </a:r>
            <a:r>
              <a:rPr lang="en-US" altLang="en-US" dirty="0">
                <a:latin typeface="+mj-lt"/>
              </a:rPr>
              <a:t> – Visualization during EDA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+mj-lt"/>
              </a:rPr>
              <a:t>Power BI</a:t>
            </a:r>
            <a:r>
              <a:rPr lang="en-US" altLang="en-US" dirty="0">
                <a:latin typeface="+mj-lt"/>
              </a:rPr>
              <a:t> – Dashboard creation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+mj-lt"/>
              </a:rPr>
              <a:t>DAX</a:t>
            </a:r>
            <a:r>
              <a:rPr lang="en-US" altLang="en-US" dirty="0">
                <a:latin typeface="+mj-lt"/>
              </a:rPr>
              <a:t> – KPI measures and calculations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+mj-lt"/>
              </a:rPr>
              <a:t>Power Query</a:t>
            </a:r>
            <a:r>
              <a:rPr lang="en-US" altLang="en-US" dirty="0">
                <a:latin typeface="+mj-lt"/>
              </a:rPr>
              <a:t> – Data transformation in Power BI </a:t>
            </a:r>
          </a:p>
        </p:txBody>
      </p:sp>
      <p:pic>
        <p:nvPicPr>
          <p:cNvPr id="6" name="Graphic 5" descr="Gears with solid fill">
            <a:extLst>
              <a:ext uri="{FF2B5EF4-FFF2-40B4-BE49-F238E27FC236}">
                <a16:creationId xmlns:a16="http://schemas.microsoft.com/office/drawing/2014/main" id="{1F7D5DA0-3DB2-854A-0C2C-37B774ABC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2415" y="458151"/>
            <a:ext cx="914400" cy="801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2A3DF-5431-3093-FFA2-88C7248F15B6}"/>
              </a:ext>
            </a:extLst>
          </p:cNvPr>
          <p:cNvSpPr txBox="1"/>
          <p:nvPr/>
        </p:nvSpPr>
        <p:spPr>
          <a:xfrm>
            <a:off x="1751661" y="1595885"/>
            <a:ext cx="725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was completed using multiple tools for data extraction, cleaning, analysis, and dashboard 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31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5866-C90A-F0D2-B120-AE3622F2C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850" y="202510"/>
            <a:ext cx="7766936" cy="1096899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🧹Data Preprocessing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2549544-B557-56AC-0E15-E3C2E8C5F7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39925" y="1805985"/>
            <a:ext cx="4688459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required Python libraries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 CSV dataset using Pandas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dataset shape and columns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data structure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data for EDA </a:t>
            </a:r>
          </a:p>
        </p:txBody>
      </p:sp>
    </p:spTree>
    <p:extLst>
      <p:ext uri="{BB962C8B-B14F-4D97-AF65-F5344CB8AC3E}">
        <p14:creationId xmlns:p14="http://schemas.microsoft.com/office/powerpoint/2010/main" val="354926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C6B3-36D8-9834-62DA-F5D54794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88D-6AB0-A82D-5D14-5F4E63674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41" y="0"/>
            <a:ext cx="7766936" cy="1793931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Diagnostic Report Summary</a:t>
            </a:r>
            <a:endParaRPr lang="en-IN" sz="5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62162-B033-4E23-BEFC-12270135ED2F}"/>
              </a:ext>
            </a:extLst>
          </p:cNvPr>
          <p:cNvSpPr txBox="1"/>
          <p:nvPr/>
        </p:nvSpPr>
        <p:spPr>
          <a:xfrm>
            <a:off x="1520889" y="2211356"/>
            <a:ext cx="8024327" cy="327782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Dataset Health Check: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Records: 100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Columns: 24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Missing Values Found: 0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Duplicate Records Found: 0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types verified successfully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Outliers detected in Revenue and Shipping Cost columns </a:t>
            </a:r>
          </a:p>
          <a:p>
            <a:r>
              <a:rPr lang="en-US" b="1" dirty="0">
                <a:solidFill>
                  <a:srgbClr val="00B0F0"/>
                </a:solidFill>
              </a:rPr>
              <a:t>Data Cleaning Steps Performed: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Removed unnecessary spaces in text fields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Checked null values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Verified numeric columns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Standardized column names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Prepared clean dataset for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63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5BF3C-F90D-50D9-74F5-A4C6555C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AB4C-E76E-DC7D-9579-5FE3F8460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41" y="0"/>
            <a:ext cx="7766936" cy="1793931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Product Comparison Report</a:t>
            </a:r>
            <a:endParaRPr lang="en-IN" sz="5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1905E7-E260-07E0-685B-254334CBC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538362"/>
              </p:ext>
            </p:extLst>
          </p:nvPr>
        </p:nvGraphicFramePr>
        <p:xfrm>
          <a:off x="681135" y="2355548"/>
          <a:ext cx="9339942" cy="22817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556657">
                  <a:extLst>
                    <a:ext uri="{9D8B030D-6E8A-4147-A177-3AD203B41FA5}">
                      <a16:colId xmlns:a16="http://schemas.microsoft.com/office/drawing/2014/main" val="3001474966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1006640907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1159082136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1189029159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2631870098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921501388"/>
                    </a:ext>
                  </a:extLst>
                </a:gridCol>
              </a:tblGrid>
              <a:tr h="8406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Product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Units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Stock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Shipping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Defect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341389"/>
                  </a:ext>
                </a:extLst>
              </a:tr>
              <a:tr h="4803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Cosmetics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325861"/>
                  </a:ext>
                </a:extLst>
              </a:tr>
              <a:tr h="4803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Skincare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88391"/>
                  </a:ext>
                </a:extLst>
              </a:tr>
              <a:tr h="4803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Haircare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43869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C6F31F-32C8-3C10-8420-BB10C7F4D75B}"/>
              </a:ext>
            </a:extLst>
          </p:cNvPr>
          <p:cNvSpPr txBox="1"/>
          <p:nvPr/>
        </p:nvSpPr>
        <p:spPr>
          <a:xfrm>
            <a:off x="1921964" y="5371474"/>
            <a:ext cx="4954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Skincare achieved highest revenue and sales</a:t>
            </a:r>
          </a:p>
          <a:p>
            <a:r>
              <a:rPr lang="en-IN" dirty="0"/>
              <a:t>Haircare requires improvement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7FF79-EB09-DC7D-1ABF-39A9E53C7594}"/>
              </a:ext>
            </a:extLst>
          </p:cNvPr>
          <p:cNvSpPr txBox="1"/>
          <p:nvPr/>
        </p:nvSpPr>
        <p:spPr>
          <a:xfrm>
            <a:off x="1399592" y="500214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Key Insights:</a:t>
            </a:r>
          </a:p>
        </p:txBody>
      </p:sp>
    </p:spTree>
    <p:extLst>
      <p:ext uri="{BB962C8B-B14F-4D97-AF65-F5344CB8AC3E}">
        <p14:creationId xmlns:p14="http://schemas.microsoft.com/office/powerpoint/2010/main" val="965291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8F504DF-92F7-BC97-BB5F-84876D114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827" y="305147"/>
            <a:ext cx="7766936" cy="1560975"/>
          </a:xfrm>
        </p:spPr>
        <p:txBody>
          <a:bodyPr/>
          <a:lstStyle/>
          <a:p>
            <a:pPr algn="ctr"/>
            <a:r>
              <a:rPr lang="en-IN" b="1" dirty="0"/>
              <a:t>Python Implementation Output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F69743B-90C8-ABDB-D413-9CE7A636A2DB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2" b="13550"/>
          <a:stretch>
            <a:fillRect/>
          </a:stretch>
        </p:blipFill>
        <p:spPr>
          <a:xfrm>
            <a:off x="1007706" y="1866122"/>
            <a:ext cx="8596313" cy="4514850"/>
          </a:xfrm>
        </p:spPr>
      </p:pic>
    </p:spTree>
    <p:extLst>
      <p:ext uri="{BB962C8B-B14F-4D97-AF65-F5344CB8AC3E}">
        <p14:creationId xmlns:p14="http://schemas.microsoft.com/office/powerpoint/2010/main" val="366669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B53F-3AB2-9E12-9164-FC89FAAC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62" y="156237"/>
            <a:ext cx="8596668" cy="1159379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Revenue Analysis</a:t>
            </a:r>
            <a:endParaRPr lang="en-IN" sz="54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5E00CDD-F6FE-E485-2CAD-ED9324AD7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085946"/>
            <a:ext cx="4184035" cy="321384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Key Insights:</a:t>
            </a:r>
          </a:p>
          <a:p>
            <a:r>
              <a:rPr lang="en-US" b="1" dirty="0"/>
              <a:t>Cosmetics</a:t>
            </a:r>
            <a:r>
              <a:rPr lang="en-US" dirty="0"/>
              <a:t> generated the highest average revenue. </a:t>
            </a:r>
          </a:p>
          <a:p>
            <a:r>
              <a:rPr lang="en-US" b="1" dirty="0"/>
              <a:t>Skincare</a:t>
            </a:r>
            <a:r>
              <a:rPr lang="en-US" dirty="0"/>
              <a:t> performed second best. </a:t>
            </a:r>
          </a:p>
          <a:p>
            <a:r>
              <a:rPr lang="en-US" dirty="0"/>
              <a:t>Haircare generated the lowest revenue. </a:t>
            </a:r>
          </a:p>
          <a:p>
            <a:r>
              <a:rPr lang="en-US" dirty="0"/>
              <a:t>Product category analysis helps improve sales strategy.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1DB9B91-2CF6-FEDE-451A-8B4A6C02FC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9" t="30698" r="53843" b="11363"/>
          <a:stretch>
            <a:fillRect/>
          </a:stretch>
        </p:blipFill>
        <p:spPr>
          <a:xfrm>
            <a:off x="5019990" y="1679510"/>
            <a:ext cx="4833137" cy="3946849"/>
          </a:xfrm>
        </p:spPr>
      </p:pic>
    </p:spTree>
    <p:extLst>
      <p:ext uri="{BB962C8B-B14F-4D97-AF65-F5344CB8AC3E}">
        <p14:creationId xmlns:p14="http://schemas.microsoft.com/office/powerpoint/2010/main" val="367812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D9E51-190A-C3BB-31FF-22DDCBA9C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5CA4-4C5E-98C7-7376-A0BB1C84D4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4482" y="174236"/>
            <a:ext cx="8596313" cy="1701218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Supplier 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11878-B1D0-1C3F-1B46-1B367CF22C54}"/>
              </a:ext>
            </a:extLst>
          </p:cNvPr>
          <p:cNvSpPr txBox="1"/>
          <p:nvPr/>
        </p:nvSpPr>
        <p:spPr>
          <a:xfrm>
            <a:off x="2544438" y="2677886"/>
            <a:ext cx="1698171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/>
              <a:t>⏱️ Lead Time</a:t>
            </a:r>
          </a:p>
          <a:p>
            <a:r>
              <a:rPr lang="en-IN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C82E0-CF29-23F7-9B0E-57AF980BBF10}"/>
              </a:ext>
            </a:extLst>
          </p:cNvPr>
          <p:cNvSpPr txBox="1"/>
          <p:nvPr/>
        </p:nvSpPr>
        <p:spPr>
          <a:xfrm>
            <a:off x="2208099" y="3118944"/>
            <a:ext cx="296106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Supplier 3 fastest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Supplier 5 second best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Supplier 4 slowest 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2C5A4-BCA2-A63B-DB2F-D88B5B2FC4DC}"/>
              </a:ext>
            </a:extLst>
          </p:cNvPr>
          <p:cNvSpPr txBox="1"/>
          <p:nvPr/>
        </p:nvSpPr>
        <p:spPr>
          <a:xfrm>
            <a:off x="5738327" y="2641050"/>
            <a:ext cx="207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⚠️ Defect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14D37-35CF-A7B3-99DB-7883898F91BC}"/>
              </a:ext>
            </a:extLst>
          </p:cNvPr>
          <p:cNvSpPr txBox="1"/>
          <p:nvPr/>
        </p:nvSpPr>
        <p:spPr>
          <a:xfrm>
            <a:off x="5399168" y="3118944"/>
            <a:ext cx="3433665" cy="128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Supplier 1 lowest defects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Supplier 4 second best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Supplier 5 highest defects</a:t>
            </a:r>
          </a:p>
        </p:txBody>
      </p:sp>
    </p:spTree>
    <p:extLst>
      <p:ext uri="{BB962C8B-B14F-4D97-AF65-F5344CB8AC3E}">
        <p14:creationId xmlns:p14="http://schemas.microsoft.com/office/powerpoint/2010/main" val="389528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35F2A-1F44-F5EF-62CC-679C8230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CDE5-28C1-4678-88F0-865EFA20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62" y="156237"/>
            <a:ext cx="8596668" cy="1159379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Stock Level Analysis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3267303-F2F3-4474-7758-F9103980F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696" y="1984060"/>
            <a:ext cx="4781074" cy="321384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SKU68 has zero stock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Multiple SKUs below safe level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Risk of product stockouts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 replenishment and inventory planning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5C879-56A0-5175-FA2E-DD28DF7F19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0" t="29897" r="78734" b="30928"/>
          <a:stretch>
            <a:fillRect/>
          </a:stretch>
        </p:blipFill>
        <p:spPr>
          <a:xfrm>
            <a:off x="5543821" y="1882174"/>
            <a:ext cx="3610946" cy="341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3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E8CE-BA18-C020-CD0C-D6230F77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6CD3-0750-FD07-E124-8C8FE490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62" y="156237"/>
            <a:ext cx="8596668" cy="1725937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Inspection Results Analysis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D9D3E99-97A4-9EFE-E262-443B935A8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679" y="2662396"/>
            <a:ext cx="4167900" cy="248530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Pending inspections are highest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Fail rate needs attention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Pass count is lowest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Improve quality control process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E496C-96A6-2A6D-516C-6CECFB01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5" t="30109" r="54767" b="16108"/>
          <a:stretch>
            <a:fillRect/>
          </a:stretch>
        </p:blipFill>
        <p:spPr>
          <a:xfrm>
            <a:off x="4976099" y="2165077"/>
            <a:ext cx="4603263" cy="347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03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C888-222F-0D15-CE94-044F89B5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2817-C76D-E517-3BFA-FCEC7337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62" y="156237"/>
            <a:ext cx="8596668" cy="1056743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Correlation Analysis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906C16E-3626-9A26-3788-18AB00381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340" y="2344968"/>
            <a:ext cx="4167900" cy="2485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Most variables are weakly related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Price has low impact on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Lead time slightly affects cost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 strong correlation detected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41D94-AF5E-D587-EB49-0E5351159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59" y="1642188"/>
            <a:ext cx="4982546" cy="389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4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3696-711B-F5EC-FB8B-7C3AB406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E207-E0C5-409E-3FE0-4FFFE676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40" y="165568"/>
            <a:ext cx="8596668" cy="1056743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Price vs Revenue Analysis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264C804-9F59-38D3-88B0-CC377FDAB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339" y="2344968"/>
            <a:ext cx="4382505" cy="24853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 clear linear trend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Revenue is spread across price ranges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High price ≠ high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Multiple factors influence sales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1899F-058D-8AC7-BD86-16058FF2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239" y="1875452"/>
            <a:ext cx="5066523" cy="367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21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5A6D-5715-A1FC-A17F-19782611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7EC5F-0663-08FC-4BD3-5071CBCDF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40" y="165568"/>
            <a:ext cx="8596668" cy="1056743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Interactive Dashboard Overview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19EE020-4332-065B-911F-130B02454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340" y="2671539"/>
            <a:ext cx="4205223" cy="24853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KPI cards for revenue &amp; stock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Filters for supplier and product 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Trend charts for decisions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Real-time business insights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4266E-0C73-9732-6030-C9830B71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850" y="2015412"/>
            <a:ext cx="5697178" cy="356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64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6988-CBE1-DC97-396D-C4D8F3D4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48" y="0"/>
            <a:ext cx="8596668" cy="1483567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Advanced Dashboard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73A27-0186-B0EC-BDEE-AC76F05B2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679" y="5529333"/>
            <a:ext cx="8188337" cy="1172429"/>
          </a:xfrm>
        </p:spPr>
        <p:txBody>
          <a:bodyPr/>
          <a:lstStyle/>
          <a:p>
            <a:r>
              <a:rPr lang="en-US" dirty="0"/>
              <a:t>• Product comparison dashboard for category insights</a:t>
            </a:r>
            <a:br>
              <a:rPr lang="en-US" dirty="0"/>
            </a:br>
            <a:r>
              <a:rPr lang="en-US" dirty="0"/>
              <a:t>• Supplier dashboard for logistics monitoring</a:t>
            </a:r>
            <a:br>
              <a:rPr lang="en-US" dirty="0"/>
            </a:br>
            <a:r>
              <a:rPr lang="en-US" dirty="0"/>
              <a:t>• Interactive slicers and KPIs included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7F89B-94E2-49DB-A30C-91E356B1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53" y="1862403"/>
            <a:ext cx="4185624" cy="3573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924C08-70CC-AC75-725D-161086F48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935" y="1862403"/>
            <a:ext cx="4185624" cy="357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96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A86E-0679-C95D-547F-969A69A57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01008"/>
            <a:ext cx="7766936" cy="1096900"/>
          </a:xfrm>
        </p:spPr>
        <p:txBody>
          <a:bodyPr/>
          <a:lstStyle/>
          <a:p>
            <a:pPr algn="ctr"/>
            <a:r>
              <a:rPr lang="en-IN" b="1" dirty="0"/>
              <a:t>Key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D6DA15-01EF-1A06-39B5-69A30CDBD9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22640" y="1860784"/>
            <a:ext cx="600553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/>
              <a:t>Cosmetics category generated the highest revenue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/>
              <a:t>Haircare showed the lowest sales performance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/>
              <a:t>Supplier 3 had the fastest lead time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/>
              <a:t>Supplier 1 had the lowest defect rate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/>
              <a:t>Multiple SKUs were below safe stock levels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Pending inspections were highest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No strong correlation between price and revenue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1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AA41-C8E5-BA59-734F-F7704D5CA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11" y="317241"/>
            <a:ext cx="8505518" cy="1022815"/>
          </a:xfrm>
        </p:spPr>
        <p:txBody>
          <a:bodyPr/>
          <a:lstStyle/>
          <a:p>
            <a:pPr algn="ctr"/>
            <a:r>
              <a:rPr lang="en-IN" dirty="0"/>
              <a:t>Business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9552C-E379-24BD-C73E-D794949B0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3311" y="1954224"/>
            <a:ext cx="7363838" cy="511439"/>
          </a:xfrm>
        </p:spPr>
        <p:txBody>
          <a:bodyPr/>
          <a:lstStyle/>
          <a:p>
            <a:pPr algn="l"/>
            <a:r>
              <a:rPr lang="en-US" dirty="0"/>
              <a:t>Based on the analysis, the following recommendations are proposed: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0990E-FFBB-97E8-4CDA-644DB93ECD66}"/>
              </a:ext>
            </a:extLst>
          </p:cNvPr>
          <p:cNvSpPr txBox="1"/>
          <p:nvPr/>
        </p:nvSpPr>
        <p:spPr>
          <a:xfrm>
            <a:off x="2281036" y="2465663"/>
            <a:ext cx="6003567" cy="2949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 focus on high-performing product categories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 promotion for low-performing products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Reorder low-stock SKUs immediately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 collaboration with efficient suppliers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Reduce defect rate through stronger quality checks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Clear pending inspections quickly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 dashboards for regular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528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E9C48B-FD8D-43C1-6337-22A0FDE6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331894"/>
            <a:ext cx="7766936" cy="968586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AA37440-0B3A-4F0E-9374-226BA6877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041" y="3074586"/>
            <a:ext cx="6999594" cy="211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Revenue trends </a:t>
            </a:r>
            <a:r>
              <a:rPr lang="en-US" dirty="0"/>
              <a:t>and product categories were identified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Supplier efficiency and defect rates were compared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Low stock products were detected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Inspection performance was analyzed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Dashboards improved business decision-making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3F78F-79F5-CBE0-0DD5-C1CF75670CA2}"/>
              </a:ext>
            </a:extLst>
          </p:cNvPr>
          <p:cNvSpPr txBox="1"/>
          <p:nvPr/>
        </p:nvSpPr>
        <p:spPr>
          <a:xfrm>
            <a:off x="1383488" y="1527921"/>
            <a:ext cx="838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successfully analyzed supply chain performance using Python and Power BI.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3B685-33E1-200B-1911-6BE08EDE729A}"/>
              </a:ext>
            </a:extLst>
          </p:cNvPr>
          <p:cNvSpPr txBox="1"/>
          <p:nvPr/>
        </p:nvSpPr>
        <p:spPr>
          <a:xfrm>
            <a:off x="1838528" y="2568611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Key findings: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31CA0-3471-FB1C-CB48-9FAA2A0ECE60}"/>
              </a:ext>
            </a:extLst>
          </p:cNvPr>
          <p:cNvSpPr txBox="1"/>
          <p:nvPr/>
        </p:nvSpPr>
        <p:spPr>
          <a:xfrm>
            <a:off x="1383489" y="5447439"/>
            <a:ext cx="7702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Data-driven strategies can help improve supply chain efficiency and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232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BF35CA-8AA0-428F-ABED-5B77A6C39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A4A156A-791B-4BD9-8452-A798A15D2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7652CB1-59D3-4DAB-AD45-8DFB73895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83539C1B-883E-4130-95FA-2A6FD3E49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244CEE5F-144C-437F-9472-22EE3E3D1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0621BB31-AA71-4E9B-8854-3C62F162F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5336141D-E3C6-4E7B-8923-B31C3E16F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F113BE6F-9D13-4E70-B7AB-C8CC2546A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FBEB82C3-C636-4A90-B9A5-905EC38E0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46B4C4A-5A81-43CF-93ED-5FA59D5BE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C3715C1A-EBA1-41A6-AC20-D6A7C4871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D01C0E-BAB8-F145-F52A-C794765BB8E1}"/>
              </a:ext>
            </a:extLst>
          </p:cNvPr>
          <p:cNvSpPr txBox="1"/>
          <p:nvPr/>
        </p:nvSpPr>
        <p:spPr>
          <a:xfrm>
            <a:off x="5068172" y="2695778"/>
            <a:ext cx="4299666" cy="13378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03D271DD-C9EA-4985-BA0C-037A88FA3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18C1B319-210F-ED4F-E8F5-D7081A9C0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923</TotalTime>
  <Words>843</Words>
  <Application>Microsoft Office PowerPoint</Application>
  <PresentationFormat>Widescreen</PresentationFormat>
  <Paragraphs>191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Trebuchet MS</vt:lpstr>
      <vt:lpstr>Wingdings</vt:lpstr>
      <vt:lpstr>Wingdings 3</vt:lpstr>
      <vt:lpstr>Facet</vt:lpstr>
      <vt:lpstr>Supply Chain Analysis</vt:lpstr>
      <vt:lpstr>Introduction</vt:lpstr>
      <vt:lpstr>Problem Statement</vt:lpstr>
      <vt:lpstr>Objective</vt:lpstr>
      <vt:lpstr>Dataset Description</vt:lpstr>
      <vt:lpstr>Database Connection &amp; Data Extraction </vt:lpstr>
      <vt:lpstr>Tools </vt:lpstr>
      <vt:lpstr>🧹Data Preprocessing</vt:lpstr>
      <vt:lpstr>Diagnostic Report Summary</vt:lpstr>
      <vt:lpstr>Product Comparison Report</vt:lpstr>
      <vt:lpstr>Python Implementation Output</vt:lpstr>
      <vt:lpstr>Revenue Analysis</vt:lpstr>
      <vt:lpstr>Supplier Performance Analysis</vt:lpstr>
      <vt:lpstr>Stock Level Analysis</vt:lpstr>
      <vt:lpstr>Inspection Results Analysis</vt:lpstr>
      <vt:lpstr>Correlation Analysis</vt:lpstr>
      <vt:lpstr>Price vs Revenue Analysis</vt:lpstr>
      <vt:lpstr>Interactive Dashboard Overview</vt:lpstr>
      <vt:lpstr>Advanced Dashboard Modules</vt:lpstr>
      <vt:lpstr>Key Insights</vt:lpstr>
      <vt:lpstr>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PRABHAKAR</dc:creator>
  <cp:lastModifiedBy>MANOJ PRABHAKAR</cp:lastModifiedBy>
  <cp:revision>1</cp:revision>
  <dcterms:created xsi:type="dcterms:W3CDTF">2026-03-07T16:56:02Z</dcterms:created>
  <dcterms:modified xsi:type="dcterms:W3CDTF">2026-04-28T06:34:13Z</dcterms:modified>
</cp:coreProperties>
</file>